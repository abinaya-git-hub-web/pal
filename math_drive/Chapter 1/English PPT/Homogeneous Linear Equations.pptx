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"/>
            <a:ext cx="18288000" cy="10172700"/>
          </a:xfrm>
          <a:custGeom>
            <a:avLst/>
            <a:gdLst/>
            <a:ahLst/>
            <a:cxnLst/>
            <a:rect r="r" b="b" t="t" l="l"/>
            <a:pathLst>
              <a:path h="10172700" w="18288000">
                <a:moveTo>
                  <a:pt x="0" y="0"/>
                </a:moveTo>
                <a:lnTo>
                  <a:pt x="18288000" y="0"/>
                </a:lnTo>
                <a:lnTo>
                  <a:pt x="182880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56" y="0"/>
            <a:ext cx="18166887" cy="10287000"/>
          </a:xfrm>
          <a:custGeom>
            <a:avLst/>
            <a:gdLst/>
            <a:ahLst/>
            <a:cxnLst/>
            <a:rect r="r" b="b" t="t" l="l"/>
            <a:pathLst>
              <a:path h="10287000" w="18166887">
                <a:moveTo>
                  <a:pt x="0" y="0"/>
                </a:moveTo>
                <a:lnTo>
                  <a:pt x="18166888" y="0"/>
                </a:lnTo>
                <a:lnTo>
                  <a:pt x="181668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"/>
            <a:ext cx="18288000" cy="10081260"/>
          </a:xfrm>
          <a:custGeom>
            <a:avLst/>
            <a:gdLst/>
            <a:ahLst/>
            <a:cxnLst/>
            <a:rect r="r" b="b" t="t" l="l"/>
            <a:pathLst>
              <a:path h="10081260" w="18288000">
                <a:moveTo>
                  <a:pt x="0" y="0"/>
                </a:moveTo>
                <a:lnTo>
                  <a:pt x="18288000" y="0"/>
                </a:lnTo>
                <a:lnTo>
                  <a:pt x="18288000" y="10081260"/>
                </a:lnTo>
                <a:lnTo>
                  <a:pt x="0" y="1008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56" y="0"/>
            <a:ext cx="18227444" cy="10321290"/>
          </a:xfrm>
          <a:custGeom>
            <a:avLst/>
            <a:gdLst/>
            <a:ahLst/>
            <a:cxnLst/>
            <a:rect r="r" b="b" t="t" l="l"/>
            <a:pathLst>
              <a:path h="10321290" w="18227444">
                <a:moveTo>
                  <a:pt x="0" y="0"/>
                </a:moveTo>
                <a:lnTo>
                  <a:pt x="18227444" y="0"/>
                </a:lnTo>
                <a:lnTo>
                  <a:pt x="18227444" y="10321290"/>
                </a:lnTo>
                <a:lnTo>
                  <a:pt x="0" y="1032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1440"/>
            <a:ext cx="18288000" cy="10104120"/>
          </a:xfrm>
          <a:custGeom>
            <a:avLst/>
            <a:gdLst/>
            <a:ahLst/>
            <a:cxnLst/>
            <a:rect r="r" b="b" t="t" l="l"/>
            <a:pathLst>
              <a:path h="10104120" w="18288000">
                <a:moveTo>
                  <a:pt x="0" y="0"/>
                </a:moveTo>
                <a:lnTo>
                  <a:pt x="18288000" y="0"/>
                </a:lnTo>
                <a:lnTo>
                  <a:pt x="18288000" y="10104120"/>
                </a:lnTo>
                <a:lnTo>
                  <a:pt x="0" y="1010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7435" y="5481342"/>
            <a:ext cx="1928834" cy="59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7444" y="5481342"/>
            <a:ext cx="1928834" cy="59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"/>
            <a:ext cx="18288000" cy="10172700"/>
          </a:xfrm>
          <a:custGeom>
            <a:avLst/>
            <a:gdLst/>
            <a:ahLst/>
            <a:cxnLst/>
            <a:rect r="r" b="b" t="t" l="l"/>
            <a:pathLst>
              <a:path h="10172700" w="18288000">
                <a:moveTo>
                  <a:pt x="0" y="0"/>
                </a:moveTo>
                <a:lnTo>
                  <a:pt x="18288000" y="0"/>
                </a:lnTo>
                <a:lnTo>
                  <a:pt x="182880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878197" y="6574111"/>
            <a:ext cx="1434079" cy="4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8"/>
              </a:lnSpc>
            </a:pPr>
            <a:r>
              <a:rPr lang="en-US" sz="25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290"/>
            <a:ext cx="18288000" cy="10218420"/>
          </a:xfrm>
          <a:custGeom>
            <a:avLst/>
            <a:gdLst/>
            <a:ahLst/>
            <a:cxnLst/>
            <a:rect r="r" b="b" t="t" l="l"/>
            <a:pathLst>
              <a:path h="10218420" w="18288000">
                <a:moveTo>
                  <a:pt x="0" y="0"/>
                </a:moveTo>
                <a:lnTo>
                  <a:pt x="18288000" y="0"/>
                </a:lnTo>
                <a:lnTo>
                  <a:pt x="18288000" y="10218420"/>
                </a:lnTo>
                <a:lnTo>
                  <a:pt x="0" y="1021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5720"/>
            <a:ext cx="18288000" cy="10195560"/>
          </a:xfrm>
          <a:custGeom>
            <a:avLst/>
            <a:gdLst/>
            <a:ahLst/>
            <a:cxnLst/>
            <a:rect r="r" b="b" t="t" l="l"/>
            <a:pathLst>
              <a:path h="10195560" w="18288000">
                <a:moveTo>
                  <a:pt x="0" y="0"/>
                </a:moveTo>
                <a:lnTo>
                  <a:pt x="18288000" y="0"/>
                </a:lnTo>
                <a:lnTo>
                  <a:pt x="18288000" y="10195560"/>
                </a:lnTo>
                <a:lnTo>
                  <a:pt x="0" y="1019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1440"/>
            <a:ext cx="18288000" cy="10104120"/>
          </a:xfrm>
          <a:custGeom>
            <a:avLst/>
            <a:gdLst/>
            <a:ahLst/>
            <a:cxnLst/>
            <a:rect r="r" b="b" t="t" l="l"/>
            <a:pathLst>
              <a:path h="10104120" w="18288000">
                <a:moveTo>
                  <a:pt x="0" y="0"/>
                </a:moveTo>
                <a:lnTo>
                  <a:pt x="18288000" y="0"/>
                </a:lnTo>
                <a:lnTo>
                  <a:pt x="18288000" y="10104120"/>
                </a:lnTo>
                <a:lnTo>
                  <a:pt x="0" y="1010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93245" y="3809875"/>
            <a:ext cx="1553180" cy="47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6"/>
              </a:lnSpc>
            </a:pPr>
            <a:r>
              <a:rPr lang="en-US" sz="27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DAHF6BBFhhk</dc:identifier>
  <dcterms:modified xsi:type="dcterms:W3CDTF">2011-08-01T06:04:30Z</dcterms:modified>
  <cp:revision>1</cp:revision>
  <dc:title>Chapter 1_Ex 1.7 (crisp content)</dc:title>
</cp:coreProperties>
</file>