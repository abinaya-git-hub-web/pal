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287000" cy="57912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Niconne" panose="020B0604020202020204" charset="0"/>
      <p:regular r:id="rId19"/>
    </p:embeddedFont>
    <p:embeddedFont>
      <p:font typeface="Raleway Bold" panose="020B0604020202020204" charset="0"/>
      <p:regular r:id="rId20"/>
    </p:embeddedFont>
    <p:embeddedFont>
      <p:font typeface="Tw Cen MT" panose="020B0602020104020603" pitchFamily="34" charset="0"/>
      <p:regular r:id="rId21"/>
      <p:bold r:id="rId22"/>
      <p:italic r:id="rId23"/>
      <p:boldItalic r:id="rId24"/>
    </p:embeddedFont>
    <p:embeddedFont>
      <p:font typeface="Tw Cen MT Condensed" panose="020B0606020104020203" pitchFamily="34" charset="0"/>
      <p:regular r:id="rId25"/>
      <p:bold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4FB5F-8BF4-423B-9C9D-EFB28BEE6621}" v="264" dt="2026-04-05T16:46:2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5" d="100"/>
          <a:sy n="85" d="100"/>
        </p:scale>
        <p:origin x="432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ib bilal" userId="868bafc1e8977088" providerId="LiveId" clId="{1A421E02-521A-4F9C-B052-EAD689120EA5}"/>
    <pc:docChg chg="undo custSel addSld delSld modSld">
      <pc:chgData name="suhaib bilal" userId="868bafc1e8977088" providerId="LiveId" clId="{1A421E02-521A-4F9C-B052-EAD689120EA5}" dt="2026-04-05T16:46:20.594" v="607" actId="255"/>
      <pc:docMkLst>
        <pc:docMk/>
      </pc:docMkLst>
      <pc:sldChg chg="modSp mod">
        <pc:chgData name="suhaib bilal" userId="868bafc1e8977088" providerId="LiveId" clId="{1A421E02-521A-4F9C-B052-EAD689120EA5}" dt="2026-04-03T16:59:32.200" v="17" actId="20577"/>
        <pc:sldMkLst>
          <pc:docMk/>
          <pc:sldMk cId="0" sldId="259"/>
        </pc:sldMkLst>
        <pc:spChg chg="mod">
          <ac:chgData name="suhaib bilal" userId="868bafc1e8977088" providerId="LiveId" clId="{1A421E02-521A-4F9C-B052-EAD689120EA5}" dt="2026-04-03T16:59:32.200" v="17" actId="20577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">
        <pc:chgData name="suhaib bilal" userId="868bafc1e8977088" providerId="LiveId" clId="{1A421E02-521A-4F9C-B052-EAD689120EA5}" dt="2026-04-03T17:02:22.362" v="78"/>
        <pc:sldMkLst>
          <pc:docMk/>
          <pc:sldMk cId="0" sldId="260"/>
        </pc:sldMkLst>
        <pc:spChg chg="mod">
          <ac:chgData name="suhaib bilal" userId="868bafc1e8977088" providerId="LiveId" clId="{1A421E02-521A-4F9C-B052-EAD689120EA5}" dt="2026-04-03T17:02:22.362" v="78"/>
          <ac:spMkLst>
            <pc:docMk/>
            <pc:sldMk cId="0" sldId="260"/>
            <ac:spMk id="6" creationId="{00000000-0000-0000-0000-000000000000}"/>
          </ac:spMkLst>
        </pc:spChg>
      </pc:sldChg>
      <pc:sldChg chg="modSp add">
        <pc:chgData name="suhaib bilal" userId="868bafc1e8977088" providerId="LiveId" clId="{1A421E02-521A-4F9C-B052-EAD689120EA5}" dt="2026-04-03T17:06:43.360" v="97" actId="20577"/>
        <pc:sldMkLst>
          <pc:docMk/>
          <pc:sldMk cId="1409463468" sldId="261"/>
        </pc:sldMkLst>
        <pc:spChg chg="mod">
          <ac:chgData name="suhaib bilal" userId="868bafc1e8977088" providerId="LiveId" clId="{1A421E02-521A-4F9C-B052-EAD689120EA5}" dt="2026-04-03T17:06:43.360" v="97" actId="20577"/>
          <ac:spMkLst>
            <pc:docMk/>
            <pc:sldMk cId="1409463468" sldId="261"/>
            <ac:spMk id="6" creationId="{AD6A2AAB-2BC5-8FEA-B158-D45425F0E0C7}"/>
          </ac:spMkLst>
        </pc:spChg>
      </pc:sldChg>
      <pc:sldChg chg="modSp add mod">
        <pc:chgData name="suhaib bilal" userId="868bafc1e8977088" providerId="LiveId" clId="{1A421E02-521A-4F9C-B052-EAD689120EA5}" dt="2026-04-05T08:37:14.391" v="107"/>
        <pc:sldMkLst>
          <pc:docMk/>
          <pc:sldMk cId="2491050189" sldId="262"/>
        </pc:sldMkLst>
        <pc:spChg chg="mod">
          <ac:chgData name="suhaib bilal" userId="868bafc1e8977088" providerId="LiveId" clId="{1A421E02-521A-4F9C-B052-EAD689120EA5}" dt="2026-04-05T08:37:14.391" v="107"/>
          <ac:spMkLst>
            <pc:docMk/>
            <pc:sldMk cId="2491050189" sldId="262"/>
            <ac:spMk id="6" creationId="{9D21B226-BF48-B034-38BE-B6FCC07C56C6}"/>
          </ac:spMkLst>
        </pc:spChg>
      </pc:sldChg>
      <pc:sldChg chg="addSp modSp add mod">
        <pc:chgData name="suhaib bilal" userId="868bafc1e8977088" providerId="LiveId" clId="{1A421E02-521A-4F9C-B052-EAD689120EA5}" dt="2026-04-05T08:58:38.004" v="259" actId="20577"/>
        <pc:sldMkLst>
          <pc:docMk/>
          <pc:sldMk cId="3815005795" sldId="263"/>
        </pc:sldMkLst>
        <pc:spChg chg="mod">
          <ac:chgData name="suhaib bilal" userId="868bafc1e8977088" providerId="LiveId" clId="{1A421E02-521A-4F9C-B052-EAD689120EA5}" dt="2026-04-05T08:58:38.004" v="259" actId="20577"/>
          <ac:spMkLst>
            <pc:docMk/>
            <pc:sldMk cId="3815005795" sldId="263"/>
            <ac:spMk id="6" creationId="{7E7C3692-4540-3AAC-26B8-391D9D1D391F}"/>
          </ac:spMkLst>
        </pc:spChg>
        <pc:spChg chg="add mod">
          <ac:chgData name="suhaib bilal" userId="868bafc1e8977088" providerId="LiveId" clId="{1A421E02-521A-4F9C-B052-EAD689120EA5}" dt="2026-04-05T08:41:43.703" v="137" actId="14100"/>
          <ac:spMkLst>
            <pc:docMk/>
            <pc:sldMk cId="3815005795" sldId="263"/>
            <ac:spMk id="7" creationId="{1CFC7741-BC15-7612-FA60-28603BDC9D80}"/>
          </ac:spMkLst>
        </pc:spChg>
      </pc:sldChg>
      <pc:sldChg chg="addSp delSp modSp add mod">
        <pc:chgData name="suhaib bilal" userId="868bafc1e8977088" providerId="LiveId" clId="{1A421E02-521A-4F9C-B052-EAD689120EA5}" dt="2026-04-05T08:54:43.952" v="231" actId="47"/>
        <pc:sldMkLst>
          <pc:docMk/>
          <pc:sldMk cId="3553237897" sldId="264"/>
        </pc:sldMkLst>
        <pc:spChg chg="mod">
          <ac:chgData name="suhaib bilal" userId="868bafc1e8977088" providerId="LiveId" clId="{1A421E02-521A-4F9C-B052-EAD689120EA5}" dt="2026-04-05T08:46:05.908" v="227"/>
          <ac:spMkLst>
            <pc:docMk/>
            <pc:sldMk cId="3553237897" sldId="264"/>
            <ac:spMk id="6" creationId="{93DBEABA-3B5E-7BCF-D793-0664F9B6C769}"/>
          </ac:spMkLst>
        </pc:spChg>
        <pc:spChg chg="add del mod">
          <ac:chgData name="suhaib bilal" userId="868bafc1e8977088" providerId="LiveId" clId="{1A421E02-521A-4F9C-B052-EAD689120EA5}" dt="2026-04-05T08:54:43.952" v="231" actId="47"/>
          <ac:spMkLst>
            <pc:docMk/>
            <pc:sldMk cId="3553237897" sldId="264"/>
            <ac:spMk id="7" creationId="{C7A8493C-092D-41AC-0BE9-2F700984A081}"/>
          </ac:spMkLst>
        </pc:spChg>
      </pc:sldChg>
      <pc:sldChg chg="new del">
        <pc:chgData name="suhaib bilal" userId="868bafc1e8977088" providerId="LiveId" clId="{1A421E02-521A-4F9C-B052-EAD689120EA5}" dt="2026-04-05T08:54:59.258" v="234" actId="680"/>
        <pc:sldMkLst>
          <pc:docMk/>
          <pc:sldMk cId="365343738" sldId="265"/>
        </pc:sldMkLst>
      </pc:sldChg>
      <pc:sldChg chg="new del">
        <pc:chgData name="suhaib bilal" userId="868bafc1e8977088" providerId="LiveId" clId="{1A421E02-521A-4F9C-B052-EAD689120EA5}" dt="2026-04-05T08:54:46.107" v="232" actId="680"/>
        <pc:sldMkLst>
          <pc:docMk/>
          <pc:sldMk cId="1725700754" sldId="265"/>
        </pc:sldMkLst>
      </pc:sldChg>
      <pc:sldChg chg="modSp add mod">
        <pc:chgData name="suhaib bilal" userId="868bafc1e8977088" providerId="LiveId" clId="{1A421E02-521A-4F9C-B052-EAD689120EA5}" dt="2026-04-05T08:59:31.403" v="264"/>
        <pc:sldMkLst>
          <pc:docMk/>
          <pc:sldMk cId="2098598825" sldId="265"/>
        </pc:sldMkLst>
        <pc:spChg chg="mod">
          <ac:chgData name="suhaib bilal" userId="868bafc1e8977088" providerId="LiveId" clId="{1A421E02-521A-4F9C-B052-EAD689120EA5}" dt="2026-04-05T08:59:31.403" v="264"/>
          <ac:spMkLst>
            <pc:docMk/>
            <pc:sldMk cId="2098598825" sldId="265"/>
            <ac:spMk id="6" creationId="{33DBD163-413E-B285-BB4F-B787D83D250D}"/>
          </ac:spMkLst>
        </pc:spChg>
      </pc:sldChg>
      <pc:sldChg chg="addSp delSp modSp add mod">
        <pc:chgData name="suhaib bilal" userId="868bafc1e8977088" providerId="LiveId" clId="{1A421E02-521A-4F9C-B052-EAD689120EA5}" dt="2026-04-05T09:00:54.346" v="318" actId="20577"/>
        <pc:sldMkLst>
          <pc:docMk/>
          <pc:sldMk cId="751596188" sldId="266"/>
        </pc:sldMkLst>
        <pc:spChg chg="add del mod">
          <ac:chgData name="suhaib bilal" userId="868bafc1e8977088" providerId="LiveId" clId="{1A421E02-521A-4F9C-B052-EAD689120EA5}" dt="2026-04-05T09:00:54.346" v="318" actId="20577"/>
          <ac:spMkLst>
            <pc:docMk/>
            <pc:sldMk cId="751596188" sldId="266"/>
            <ac:spMk id="6" creationId="{24B6AC84-4117-39D9-EB1E-BDB54E4162A2}"/>
          </ac:spMkLst>
        </pc:spChg>
      </pc:sldChg>
      <pc:sldChg chg="modSp add mod">
        <pc:chgData name="suhaib bilal" userId="868bafc1e8977088" providerId="LiveId" clId="{1A421E02-521A-4F9C-B052-EAD689120EA5}" dt="2026-04-05T16:33:50.117" v="330"/>
        <pc:sldMkLst>
          <pc:docMk/>
          <pc:sldMk cId="2023748062" sldId="267"/>
        </pc:sldMkLst>
        <pc:spChg chg="mod">
          <ac:chgData name="suhaib bilal" userId="868bafc1e8977088" providerId="LiveId" clId="{1A421E02-521A-4F9C-B052-EAD689120EA5}" dt="2026-04-05T16:33:50.117" v="330"/>
          <ac:spMkLst>
            <pc:docMk/>
            <pc:sldMk cId="2023748062" sldId="267"/>
            <ac:spMk id="6" creationId="{C5530ECC-D312-1566-2D45-8D6D32D61A11}"/>
          </ac:spMkLst>
        </pc:spChg>
      </pc:sldChg>
      <pc:sldChg chg="addSp delSp modSp add mod">
        <pc:chgData name="suhaib bilal" userId="868bafc1e8977088" providerId="LiveId" clId="{1A421E02-521A-4F9C-B052-EAD689120EA5}" dt="2026-04-05T16:39:24.423" v="396" actId="1076"/>
        <pc:sldMkLst>
          <pc:docMk/>
          <pc:sldMk cId="2670685198" sldId="268"/>
        </pc:sldMkLst>
        <pc:spChg chg="mod">
          <ac:chgData name="suhaib bilal" userId="868bafc1e8977088" providerId="LiveId" clId="{1A421E02-521A-4F9C-B052-EAD689120EA5}" dt="2026-04-05T16:39:24.423" v="396" actId="1076"/>
          <ac:spMkLst>
            <pc:docMk/>
            <pc:sldMk cId="2670685198" sldId="268"/>
            <ac:spMk id="6" creationId="{F945A70E-A54B-0DE9-EDDB-32CF3A8BB752}"/>
          </ac:spMkLst>
        </pc:spChg>
        <pc:spChg chg="mod">
          <ac:chgData name="suhaib bilal" userId="868bafc1e8977088" providerId="LiveId" clId="{1A421E02-521A-4F9C-B052-EAD689120EA5}" dt="2026-04-05T16:38:04.604" v="391"/>
          <ac:spMkLst>
            <pc:docMk/>
            <pc:sldMk cId="2670685198" sldId="268"/>
            <ac:spMk id="7" creationId="{DC45E11E-3C5F-48FA-D1F3-384115BBCDC7}"/>
          </ac:spMkLst>
        </pc:spChg>
        <pc:spChg chg="add del mod">
          <ac:chgData name="suhaib bilal" userId="868bafc1e8977088" providerId="LiveId" clId="{1A421E02-521A-4F9C-B052-EAD689120EA5}" dt="2026-04-05T16:36:20.057" v="381" actId="21"/>
          <ac:spMkLst>
            <pc:docMk/>
            <pc:sldMk cId="2670685198" sldId="268"/>
            <ac:spMk id="8" creationId="{827CC027-64C6-2AC6-B076-4CF227191355}"/>
          </ac:spMkLst>
        </pc:spChg>
        <pc:cxnChg chg="add mod">
          <ac:chgData name="suhaib bilal" userId="868bafc1e8977088" providerId="LiveId" clId="{1A421E02-521A-4F9C-B052-EAD689120EA5}" dt="2026-04-05T16:39:03.265" v="393" actId="14100"/>
          <ac:cxnSpMkLst>
            <pc:docMk/>
            <pc:sldMk cId="2670685198" sldId="268"/>
            <ac:cxnSpMk id="10" creationId="{A50EFE06-D0D3-E860-A43F-9097B213966D}"/>
          </ac:cxnSpMkLst>
        </pc:cxnChg>
      </pc:sldChg>
      <pc:sldChg chg="addSp delSp modSp add mod">
        <pc:chgData name="suhaib bilal" userId="868bafc1e8977088" providerId="LiveId" clId="{1A421E02-521A-4F9C-B052-EAD689120EA5}" dt="2026-04-05T16:44:52.426" v="598" actId="255"/>
        <pc:sldMkLst>
          <pc:docMk/>
          <pc:sldMk cId="2813432752" sldId="269"/>
        </pc:sldMkLst>
        <pc:spChg chg="mod">
          <ac:chgData name="suhaib bilal" userId="868bafc1e8977088" providerId="LiveId" clId="{1A421E02-521A-4F9C-B052-EAD689120EA5}" dt="2026-04-05T16:44:52.426" v="598" actId="255"/>
          <ac:spMkLst>
            <pc:docMk/>
            <pc:sldMk cId="2813432752" sldId="269"/>
            <ac:spMk id="6" creationId="{64A52B78-A5A9-0B53-9E3A-FE30C9315B95}"/>
          </ac:spMkLst>
        </pc:spChg>
        <pc:spChg chg="del mod">
          <ac:chgData name="suhaib bilal" userId="868bafc1e8977088" providerId="LiveId" clId="{1A421E02-521A-4F9C-B052-EAD689120EA5}" dt="2026-04-05T16:40:15.295" v="445"/>
          <ac:spMkLst>
            <pc:docMk/>
            <pc:sldMk cId="2813432752" sldId="269"/>
            <ac:spMk id="7" creationId="{BD3B90BB-BBF6-0D6C-17DA-9915992CAE13}"/>
          </ac:spMkLst>
        </pc:spChg>
        <pc:spChg chg="add del mod">
          <ac:chgData name="suhaib bilal" userId="868bafc1e8977088" providerId="LiveId" clId="{1A421E02-521A-4F9C-B052-EAD689120EA5}" dt="2026-04-05T16:43:58.795" v="594" actId="478"/>
          <ac:spMkLst>
            <pc:docMk/>
            <pc:sldMk cId="2813432752" sldId="269"/>
            <ac:spMk id="8" creationId="{FAA87EE8-D19D-4EDC-BA4D-238891185393}"/>
          </ac:spMkLst>
        </pc:spChg>
        <pc:spChg chg="add del mod">
          <ac:chgData name="suhaib bilal" userId="868bafc1e8977088" providerId="LiveId" clId="{1A421E02-521A-4F9C-B052-EAD689120EA5}" dt="2026-04-05T16:43:57.517" v="593"/>
          <ac:spMkLst>
            <pc:docMk/>
            <pc:sldMk cId="2813432752" sldId="269"/>
            <ac:spMk id="9" creationId="{45C50412-BF20-210A-1B69-F29DBD37926C}"/>
          </ac:spMkLst>
        </pc:spChg>
        <pc:spChg chg="add del mod">
          <ac:chgData name="suhaib bilal" userId="868bafc1e8977088" providerId="LiveId" clId="{1A421E02-521A-4F9C-B052-EAD689120EA5}" dt="2026-04-05T16:43:57.516" v="591" actId="478"/>
          <ac:spMkLst>
            <pc:docMk/>
            <pc:sldMk cId="2813432752" sldId="269"/>
            <ac:spMk id="11" creationId="{2E8B3DE9-A98C-7C4E-49BF-14B50087E178}"/>
          </ac:spMkLst>
        </pc:spChg>
        <pc:cxnChg chg="del">
          <ac:chgData name="suhaib bilal" userId="868bafc1e8977088" providerId="LiveId" clId="{1A421E02-521A-4F9C-B052-EAD689120EA5}" dt="2026-04-05T16:40:15.294" v="443" actId="478"/>
          <ac:cxnSpMkLst>
            <pc:docMk/>
            <pc:sldMk cId="2813432752" sldId="269"/>
            <ac:cxnSpMk id="10" creationId="{A06EEDEA-1915-14D5-2AAA-4EAB4FDBC703}"/>
          </ac:cxnSpMkLst>
        </pc:cxnChg>
      </pc:sldChg>
      <pc:sldChg chg="new del">
        <pc:chgData name="suhaib bilal" userId="868bafc1e8977088" providerId="LiveId" clId="{1A421E02-521A-4F9C-B052-EAD689120EA5}" dt="2026-04-05T16:45:06.304" v="600" actId="680"/>
        <pc:sldMkLst>
          <pc:docMk/>
          <pc:sldMk cId="125821285" sldId="270"/>
        </pc:sldMkLst>
      </pc:sldChg>
      <pc:sldChg chg="modSp add mod">
        <pc:chgData name="suhaib bilal" userId="868bafc1e8977088" providerId="LiveId" clId="{1A421E02-521A-4F9C-B052-EAD689120EA5}" dt="2026-04-05T16:46:20.594" v="607" actId="255"/>
        <pc:sldMkLst>
          <pc:docMk/>
          <pc:sldMk cId="935899085" sldId="270"/>
        </pc:sldMkLst>
        <pc:spChg chg="mod">
          <ac:chgData name="suhaib bilal" userId="868bafc1e8977088" providerId="LiveId" clId="{1A421E02-521A-4F9C-B052-EAD689120EA5}" dt="2026-04-05T16:46:20.594" v="607" actId="255"/>
          <ac:spMkLst>
            <pc:docMk/>
            <pc:sldMk cId="935899085" sldId="270"/>
            <ac:spMk id="6" creationId="{CD428866-DB12-695B-E2DF-8EA7B070E27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23:24.6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2ACBE-481F-4AD5-A59B-A96907A32BF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01328-995A-42C3-83A5-14FD83F8DD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25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0287000" cy="38608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0287000" cy="38608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2" y="4188560"/>
            <a:ext cx="6557963" cy="1235456"/>
          </a:xfrm>
        </p:spPr>
        <p:txBody>
          <a:bodyPr anchor="ctr">
            <a:normAutofit/>
          </a:bodyPr>
          <a:lstStyle>
            <a:lvl1pPr algn="r">
              <a:defRPr sz="4219" spc="169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5194" y="4188560"/>
            <a:ext cx="2700338" cy="1235456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1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85785" indent="0" algn="ctr">
              <a:buNone/>
              <a:defRPr sz="1519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519"/>
            </a:lvl4pPr>
            <a:lvl5pPr marL="1543141" indent="0" algn="ctr">
              <a:buNone/>
              <a:defRPr sz="1519"/>
            </a:lvl5pPr>
            <a:lvl6pPr marL="1928927" indent="0" algn="ctr">
              <a:buNone/>
              <a:defRPr sz="1519"/>
            </a:lvl6pPr>
            <a:lvl7pPr marL="2314712" indent="0" algn="ctr">
              <a:buNone/>
              <a:defRPr sz="1519"/>
            </a:lvl7pPr>
            <a:lvl8pPr marL="2700498" indent="0" algn="ctr">
              <a:buNone/>
              <a:defRPr sz="1519"/>
            </a:lvl8pPr>
            <a:lvl9pPr marL="3086283" indent="0" algn="ctr">
              <a:buNone/>
              <a:defRPr sz="151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76399" y="4445245"/>
            <a:ext cx="0" cy="77216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8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8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0287000" cy="38608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0287000" cy="38608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4188560"/>
            <a:ext cx="6557963" cy="1235456"/>
          </a:xfrm>
        </p:spPr>
        <p:txBody>
          <a:bodyPr anchor="ctr">
            <a:normAutofit/>
          </a:bodyPr>
          <a:lstStyle>
            <a:lvl1pPr algn="r">
              <a:defRPr sz="4219" b="0" spc="169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5194" y="4188560"/>
            <a:ext cx="2700338" cy="1235456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1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85785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2pPr>
            <a:lvl3pPr marL="7715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15735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54314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9289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31471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700498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308628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76399" y="4445245"/>
            <a:ext cx="0" cy="77216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66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108" y="494183"/>
            <a:ext cx="8201311" cy="126634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4107" y="1930400"/>
            <a:ext cx="4011930" cy="3397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3489" y="1930400"/>
            <a:ext cx="4011930" cy="3397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108" y="1840582"/>
            <a:ext cx="4011930" cy="694944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41" b="0" cap="none" baseline="0">
                <a:solidFill>
                  <a:schemeClr val="accent1"/>
                </a:solidFill>
                <a:latin typeface="+mn-lt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" y="2506132"/>
            <a:ext cx="4011930" cy="2821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4812" y="1840582"/>
            <a:ext cx="4011930" cy="694944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941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marL="0" lvl="0" indent="0" algn="l" defTabSz="771571" rtl="0" eaLnBrk="1" latinLnBrk="0" hangingPunct="1">
              <a:lnSpc>
                <a:spcPct val="90000"/>
              </a:lnSpc>
              <a:spcBef>
                <a:spcPts val="1519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4812" y="2506132"/>
            <a:ext cx="4011930" cy="2821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2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0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7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64108" y="398163"/>
            <a:ext cx="3703320" cy="1467104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3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2031" y="694944"/>
            <a:ext cx="4791170" cy="4378147"/>
          </a:xfrm>
        </p:spPr>
        <p:txBody>
          <a:bodyPr/>
          <a:lstStyle>
            <a:lvl1pPr>
              <a:defRPr sz="2025"/>
            </a:lvl1pPr>
            <a:lvl2pPr>
              <a:defRPr sz="1688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4108" y="1906339"/>
            <a:ext cx="3703320" cy="3177048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506"/>
              </a:spcBef>
              <a:buNone/>
              <a:defRPr sz="1350"/>
            </a:lvl1pPr>
            <a:lvl2pPr marL="385785" indent="0">
              <a:buNone/>
              <a:defRPr sz="1013"/>
            </a:lvl2pPr>
            <a:lvl3pPr marL="771571" indent="0">
              <a:buNone/>
              <a:defRPr sz="844"/>
            </a:lvl3pPr>
            <a:lvl4pPr marL="1157356" indent="0">
              <a:buNone/>
              <a:defRPr sz="759"/>
            </a:lvl4pPr>
            <a:lvl5pPr marL="1543141" indent="0">
              <a:buNone/>
              <a:defRPr sz="759"/>
            </a:lvl5pPr>
            <a:lvl6pPr marL="1928927" indent="0">
              <a:buNone/>
              <a:defRPr sz="759"/>
            </a:lvl6pPr>
            <a:lvl7pPr marL="2314712" indent="0">
              <a:buNone/>
              <a:defRPr sz="759"/>
            </a:lvl7pPr>
            <a:lvl8pPr marL="2700498" indent="0">
              <a:buNone/>
              <a:defRPr sz="759"/>
            </a:lvl8pPr>
            <a:lvl9pPr marL="3086283" indent="0">
              <a:buNone/>
              <a:defRPr sz="75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4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4188561"/>
            <a:ext cx="6557963" cy="1235456"/>
          </a:xfrm>
        </p:spPr>
        <p:txBody>
          <a:bodyPr anchor="ctr">
            <a:normAutofit/>
          </a:bodyPr>
          <a:lstStyle>
            <a:lvl1pPr algn="r">
              <a:defRPr sz="4219" spc="169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0284428" cy="38608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65194" y="4188561"/>
            <a:ext cx="2700338" cy="1235456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1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76399" y="4445245"/>
            <a:ext cx="0" cy="77216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17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2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643467"/>
            <a:ext cx="2218134" cy="4568613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5820" y="643467"/>
            <a:ext cx="6397228" cy="45686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8486775" y="50362"/>
            <a:ext cx="0" cy="77152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4108" y="494183"/>
            <a:ext cx="8201311" cy="126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108" y="1930400"/>
            <a:ext cx="8201312" cy="339750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109" y="5464150"/>
            <a:ext cx="1817558" cy="231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86224" y="5464150"/>
            <a:ext cx="4979356" cy="231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5464150"/>
            <a:ext cx="821532" cy="231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642938" y="697785"/>
            <a:ext cx="0" cy="77216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9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1571" rtl="0" eaLnBrk="1" latinLnBrk="0" hangingPunct="1">
        <a:lnSpc>
          <a:spcPct val="80000"/>
        </a:lnSpc>
        <a:spcBef>
          <a:spcPct val="0"/>
        </a:spcBef>
        <a:buNone/>
        <a:defRPr sz="4219" kern="1200" cap="all" spc="84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77157" indent="-77157" algn="l" defTabSz="771571" rtl="0" eaLnBrk="1" latinLnBrk="0" hangingPunct="1">
        <a:lnSpc>
          <a:spcPct val="90000"/>
        </a:lnSpc>
        <a:spcBef>
          <a:spcPts val="1013"/>
        </a:spcBef>
        <a:spcAft>
          <a:spcPts val="169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856" kern="1200">
          <a:solidFill>
            <a:schemeClr val="tx1"/>
          </a:solidFill>
          <a:latin typeface="+mn-lt"/>
          <a:ea typeface="+mn-ea"/>
          <a:cs typeface="+mn-cs"/>
        </a:defRPr>
      </a:lvl1pPr>
      <a:lvl2pPr marL="223756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378070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501521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655835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771571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895022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1026189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1149640" indent="-115736" algn="l" defTabSz="771571" rtl="0" eaLnBrk="1" latinLnBrk="0" hangingPunct="1">
        <a:lnSpc>
          <a:spcPct val="90000"/>
        </a:lnSpc>
        <a:spcBef>
          <a:spcPts val="169"/>
        </a:spcBef>
        <a:spcAft>
          <a:spcPts val="338"/>
        </a:spcAft>
        <a:buClr>
          <a:schemeClr val="accent1"/>
        </a:buClr>
        <a:buFont typeface="Wingdings 3" pitchFamily="18" charset="2"/>
        <a:buChar char=""/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AutoShape 2"/>
              <p:cNvSpPr/>
              <p:nvPr/>
            </p:nvSpPr>
            <p:spPr>
              <a:xfrm>
                <a:off x="114300" y="152400"/>
                <a:ext cx="10058400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dirty="0">
                    <a:solidFill>
                      <a:sysClr val="windowText" lastClr="000000"/>
                    </a:solidFill>
                  </a:rPr>
                  <a:t>Qno: 6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r>
                  <a:rPr lang="en-IN" dirty="0"/>
                  <a:t>verify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adj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adj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b="1" dirty="0">
                    <a:solidFill>
                      <a:sysClr val="windowText" lastClr="000000"/>
                    </a:solidFill>
                  </a:rPr>
                  <a:t>Sol:</a:t>
                </a:r>
              </a:p>
              <a:p>
                <a:r>
                  <a:rPr lang="en-IN" dirty="0"/>
                  <a:t>1.Determinant is:   ∣A∣=(8×3)−[(−4)×(−5)]</a:t>
                </a:r>
              </a:p>
              <a:p>
                <a:r>
                  <a:rPr lang="en-IN" dirty="0"/>
                  <a:t>∣A∣=24−20=4..</a:t>
                </a:r>
              </a:p>
              <a:p>
                <a:r>
                  <a:rPr lang="en-IN" dirty="0"/>
                  <a:t>2.</a:t>
                </a:r>
                <a:r>
                  <a:rPr lang="en-US" b="1" dirty="0"/>
                  <a:t> Find adj(A)</a:t>
                </a:r>
              </a:p>
              <a:p>
                <a:r>
                  <a:rPr lang="en-US" dirty="0"/>
                  <a:t>Rule:</a:t>
                </a:r>
              </a:p>
              <a:p>
                <a:r>
                  <a:rPr lang="en-US" dirty="0"/>
                  <a:t>Swap diagonal elements </a:t>
                </a:r>
              </a:p>
              <a:p>
                <a:r>
                  <a:rPr lang="en-US" dirty="0"/>
                  <a:t>Change sign of off-diagonal</a:t>
                </a:r>
              </a:p>
              <a:p>
                <a:r>
                  <a:rPr lang="en-IN" dirty="0"/>
                  <a:t>8 ↔ 3 swap</a:t>
                </a:r>
              </a:p>
              <a:p>
                <a:r>
                  <a:rPr lang="en-IN" dirty="0"/>
                  <a:t>Swap with sign change</a:t>
                </a:r>
              </a:p>
              <a:p>
                <a:r>
                  <a:rPr lang="en-IN" dirty="0"/>
                  <a:t>-4 → +4</a:t>
                </a:r>
                <a:br>
                  <a:rPr lang="en-IN" dirty="0"/>
                </a:br>
                <a:r>
                  <a:rPr lang="en-IN" dirty="0"/>
                  <a:t>-5 → +5</a:t>
                </a:r>
              </a:p>
              <a:p>
                <a:r>
                  <a:rPr lang="en-IN" b="1" dirty="0"/>
                  <a:t>Step 3: Multiply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i="1"/>
                      <m:t>adj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ar-A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IN" i="1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endParaRPr lang="en-IN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Auto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52400"/>
                <a:ext cx="10058400" cy="5334209"/>
              </a:xfrm>
              <a:prstGeom prst="rect">
                <a:avLst/>
              </a:prstGeom>
              <a:blipFill>
                <a:blip r:embed="rId2"/>
                <a:stretch>
                  <a:fillRect l="-545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16A850-EF65-1B62-690A-63D35BCA2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335965"/>
                  </p:ext>
                </p:extLst>
              </p:nvPr>
            </p:nvGraphicFramePr>
            <p:xfrm>
              <a:off x="5219700" y="381000"/>
              <a:ext cx="1905000" cy="1780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2273306617"/>
                        </a:ext>
                      </a:extLst>
                    </a:gridCol>
                  </a:tblGrid>
                  <a:tr h="1447800">
                    <a:tc>
                      <a:txBody>
                        <a:bodyPr/>
                        <a:lstStyle/>
                        <a:p>
                          <a:r>
                            <a:rPr lang="en-IN" b="1" dirty="0"/>
                            <a:t>What is Determinant?</a:t>
                          </a:r>
                        </a:p>
                        <a:p>
                          <a:r>
                            <a:rPr lang="en-IN" dirty="0"/>
                            <a:t>For a 2×2 matrix: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ar-AE" sz="1800" b="1" i="1" kern="1200">
                                            <a:solidFill>
                                              <a:schemeClr val="lt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ar-AE" sz="1800" b="1" i="1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  <m:e>
                                          <m:r>
                                            <a:rPr lang="ar-AE" sz="1800" b="1" i="1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𝑏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ar-AE" sz="1800" b="1" i="1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𝑐</m:t>
                                          </m:r>
                                        </m:e>
                                        <m:e>
                                          <m:r>
                                            <a:rPr lang="ar-AE" sz="1800" b="1" i="1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𝑑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ar-AE" dirty="0"/>
                        </a:p>
                        <a:p>
                          <a:r>
                            <a:rPr lang="en-IN" dirty="0"/>
                            <a:t>Determinant is: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1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∣</m:t>
                                </m:r>
                                <m:r>
                                  <a:rPr lang="en-IN" sz="1800" b="1" i="1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  <m:r>
                                  <a:rPr lang="en-IN" sz="1800" b="1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∣=</m:t>
                                </m:r>
                                <m:r>
                                  <a:rPr lang="en-IN" sz="1800" b="1" i="1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𝑎𝑑</m:t>
                                </m:r>
                                <m:r>
                                  <a:rPr lang="en-IN" sz="1800" b="1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IN" sz="1800" b="1" i="1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𝑏𝑐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1126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16A850-EF65-1B62-690A-63D35BCA2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335965"/>
                  </p:ext>
                </p:extLst>
              </p:nvPr>
            </p:nvGraphicFramePr>
            <p:xfrm>
              <a:off x="5219700" y="381000"/>
              <a:ext cx="1905000" cy="2225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2273306617"/>
                        </a:ext>
                      </a:extLst>
                    </a:gridCol>
                  </a:tblGrid>
                  <a:tr h="22255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" t="-1366" r="-1278" b="-1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112620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r>
              <a:rPr lang="en-IN" b="1" dirty="0"/>
              <a:t>First row × first column:                                                       </a:t>
            </a:r>
          </a:p>
          <a:p>
            <a:r>
              <a:rPr lang="en-IN" dirty="0"/>
              <a:t>(8 → 3)  +  (-4 → 5)</a:t>
            </a:r>
          </a:p>
          <a:p>
            <a:r>
              <a:rPr lang="en-IN" dirty="0"/>
              <a:t>= (8×3) + (-4×5)</a:t>
            </a:r>
          </a:p>
          <a:p>
            <a:r>
              <a:rPr lang="en-IN" dirty="0"/>
              <a:t>= 24 - 20 = 4</a:t>
            </a:r>
          </a:p>
          <a:p>
            <a:r>
              <a:rPr lang="en-US" b="1" dirty="0"/>
              <a:t>First row × second column:</a:t>
            </a:r>
          </a:p>
          <a:p>
            <a:r>
              <a:rPr lang="en-US" dirty="0"/>
              <a:t>(8 → 4)  +  (-4 → 8)</a:t>
            </a:r>
            <a:br>
              <a:rPr lang="en-US" dirty="0"/>
            </a:br>
            <a:r>
              <a:rPr lang="en-US" dirty="0"/>
              <a:t>= (8×4) + (-4×8)</a:t>
            </a:r>
            <a:br>
              <a:rPr lang="en-US" dirty="0"/>
            </a:br>
            <a:r>
              <a:rPr lang="en-US" dirty="0"/>
              <a:t>= 32 - 32 = 0</a:t>
            </a:r>
          </a:p>
          <a:p>
            <a:r>
              <a:rPr lang="en-US" b="1" dirty="0"/>
              <a:t>Second row × first column:</a:t>
            </a:r>
          </a:p>
          <a:p>
            <a:r>
              <a:rPr lang="en-US" dirty="0"/>
              <a:t>(-5 → 3) + (3 → 5)</a:t>
            </a:r>
            <a:br>
              <a:rPr lang="en-US" dirty="0"/>
            </a:br>
            <a:r>
              <a:rPr lang="en-US" dirty="0"/>
              <a:t>= (-5×3) + (3×5)</a:t>
            </a:r>
            <a:br>
              <a:rPr lang="en-US" dirty="0"/>
            </a:br>
            <a:r>
              <a:rPr lang="en-US" dirty="0"/>
              <a:t>= -15 + 15 = 0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Second row × second column:</a:t>
            </a:r>
          </a:p>
          <a:p>
            <a:r>
              <a:rPr lang="en-US" dirty="0"/>
              <a:t>(-5 → 4) + (3 → 8)</a:t>
            </a:r>
            <a:br>
              <a:rPr lang="en-US" dirty="0"/>
            </a:br>
            <a:r>
              <a:rPr lang="en-US" dirty="0"/>
              <a:t>= (-5×4) + (3×8)</a:t>
            </a:r>
            <a:br>
              <a:rPr lang="en-US" dirty="0"/>
            </a:br>
            <a:r>
              <a:rPr lang="en-US" dirty="0"/>
              <a:t>= -20 + 24 = 4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26AB44-E0F4-21B3-99F7-B08990B042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959615"/>
                  </p:ext>
                </p:extLst>
              </p:nvPr>
            </p:nvGraphicFramePr>
            <p:xfrm>
              <a:off x="5143500" y="614680"/>
              <a:ext cx="3429000" cy="212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9000">
                      <a:extLst>
                        <a:ext uri="{9D8B030D-6E8A-4147-A177-3AD203B41FA5}">
                          <a16:colId xmlns:a16="http://schemas.microsoft.com/office/drawing/2014/main" val="380875941"/>
                        </a:ext>
                      </a:extLst>
                    </a:gridCol>
                  </a:tblGrid>
                  <a:tr h="2128520">
                    <a:tc>
                      <a:txBody>
                        <a:bodyPr/>
                        <a:lstStyle/>
                        <a:p>
                          <a:r>
                            <a:rPr lang="en-IN" b="1" dirty="0"/>
                            <a:t>Result: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1" i="1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  <m:r>
                                  <a:rPr lang="en-IN" sz="1800" b="1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1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adj</m:t>
                                </m:r>
                                <m:d>
                                  <m:dPr>
                                    <m:ctrlPr>
                                      <a:rPr lang="ar-AE" sz="1800" b="0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b="0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ar-AE" sz="1800" b="0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800" b="0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ar-AE" sz="1800" b="0" i="1" kern="1200">
                                            <a:solidFill>
                                              <a:schemeClr val="lt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ar-AE" sz="1800" b="0" i="0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ar-AE" sz="1800" b="0" i="0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ar-AE" sz="1800" b="0" i="0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ar-AE" sz="1800" b="0" i="0" kern="1200">
                                              <a:solidFill>
                                                <a:schemeClr val="lt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ar-AE" b="0" dirty="0"/>
                        </a:p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4760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26AB44-E0F4-21B3-99F7-B08990B042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959615"/>
                  </p:ext>
                </p:extLst>
              </p:nvPr>
            </p:nvGraphicFramePr>
            <p:xfrm>
              <a:off x="5143500" y="614680"/>
              <a:ext cx="3429000" cy="212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9000">
                      <a:extLst>
                        <a:ext uri="{9D8B030D-6E8A-4147-A177-3AD203B41FA5}">
                          <a16:colId xmlns:a16="http://schemas.microsoft.com/office/drawing/2014/main" val="380875941"/>
                        </a:ext>
                      </a:extLst>
                    </a:gridCol>
                  </a:tblGrid>
                  <a:tr h="2128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" t="-1429" r="-709" b="-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47609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0EA0009-7885-8DD4-7A27-28E13ADDC5D6}"/>
              </a:ext>
            </a:extLst>
          </p:cNvPr>
          <p:cNvSpPr txBox="1"/>
          <p:nvPr/>
        </p:nvSpPr>
        <p:spPr>
          <a:xfrm>
            <a:off x="5981700" y="3352800"/>
            <a:ext cx="3581400" cy="190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/>
              <p:cNvSpPr/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4: Compare with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We found: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Identity matrix: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 its is 2x2 identity matrix…</a:t>
                </a:r>
                <a:endParaRPr lang="ar-AE" dirty="0"/>
              </a:p>
              <a:p>
                <a:r>
                  <a:rPr lang="en-IN" dirty="0"/>
                  <a:t>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FINAL CONCLUSION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✅ </a:t>
                </a:r>
                <a:r>
                  <a:rPr lang="en-IN" b="1" dirty="0"/>
                  <a:t>Verified successfully</a:t>
                </a:r>
                <a:endParaRPr lang="en-IN" dirty="0"/>
              </a:p>
              <a:p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CB76CE5-FCC6-38FA-F8C5-01BFA3193FF7}"/>
                  </a:ext>
                </a:extLst>
              </p14:cNvPr>
              <p14:cNvContentPartPr/>
              <p14:nvPr/>
            </p14:nvContentPartPr>
            <p14:xfrm>
              <a:off x="1506411" y="215102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CB76CE5-FCC6-38FA-F8C5-01BFA3193F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8411" y="213302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/>
              <p:cNvSpPr/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7.</a:t>
                </a:r>
                <a:r>
                  <a:rPr lang="en-IN" dirty="0"/>
                  <a:t>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1"/>
                        <m:t>and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verify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b="1" dirty="0"/>
                  <a:t>SOL:</a:t>
                </a:r>
              </a:p>
              <a:p>
                <a:r>
                  <a:rPr lang="en-IN" b="1" dirty="0"/>
                  <a:t>Given: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We need to verify: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Step 1: What does the formula mean?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dirty="0"/>
                  <a:t>: matrix multiplication of A and B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IN" dirty="0"/>
                  <a:t>inverse of matrix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IN" dirty="0"/>
                  <a:t>inverses of A and B</a:t>
                </a:r>
              </a:p>
              <a:p>
                <a:r>
                  <a:rPr lang="en-IN" b="1" dirty="0"/>
                  <a:t>Step 2: 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I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Multiply row × column:</a:t>
                </a:r>
                <a:endParaRPr lang="ar-AE" dirty="0"/>
              </a:p>
              <a:p>
                <a:endParaRPr lang="en-IN" dirty="0"/>
              </a:p>
              <a:p>
                <a:endParaRPr lang="en-IN" b="1" dirty="0"/>
              </a:p>
            </p:txBody>
          </p:sp>
        </mc:Choice>
        <mc:Fallback xmlns="">
          <p:sp>
            <p:nvSpPr>
              <p:cNvPr id="6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/>
              <p:cNvSpPr/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IN" b="1" dirty="0"/>
                  <a:t>Step 3: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ar-AE" b="1" dirty="0"/>
              </a:p>
              <a:p>
                <a:r>
                  <a:rPr lang="en-IN" dirty="0"/>
                  <a:t>For a 2×2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IN" b="1" dirty="0"/>
                  <a:t>Determinant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77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ar-AE" dirty="0"/>
              </a:p>
              <a:p>
                <a:endParaRPr lang="ar-AE" dirty="0"/>
              </a:p>
              <a:p>
                <a:r>
                  <a:rPr lang="en-IN" b="1" dirty="0"/>
                  <a:t>Step 4: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ar-A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Determinant: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Inverse: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621B6-C968-B62D-8014-A294CE72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6C7CC6-CF65-9F5D-A36C-3EB461006EB1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CED5D9-BA42-37FB-8CDD-9F48B2CB08EA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D644DC-EC1F-F024-11D0-B6E560C909DA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2E5033-74C9-3C4A-2BCF-809354E0A1FA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AD6A2AAB-2BC5-8FEA-B158-D45425F0E0C7}"/>
                  </a:ext>
                </a:extLst>
              </p:cNvPr>
              <p:cNvSpPr/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5: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Determinant: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Inverse: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ar-AE" dirty="0"/>
              </a:p>
              <a:p>
                <a:r>
                  <a:rPr lang="en-IN" b="1" dirty="0"/>
                  <a:t>Find: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IN" b="1" dirty="0"/>
                  <a:t>Multiply: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ar-AE" dirty="0"/>
              </a:p>
              <a:p>
                <a:endParaRPr lang="ar-AE" dirty="0"/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AD6A2AAB-2BC5-8FEA-B158-D45425F0E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46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36551-BA3D-2361-C352-E8D6B85E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C971C57-63B1-DF3B-A1D8-41CF655F682D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F46D699-C23B-7DDE-3BD6-826D68A53DD8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430D16A-7298-2D4C-E368-9846F5EC52FC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F8931C-BFF9-9951-72D7-95013DFE9B0D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9D21B226-BF48-B034-38BE-B6FCC07C56C6}"/>
                  </a:ext>
                </a:extLst>
              </p:cNvPr>
              <p:cNvSpPr/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Final Result: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🎉 Conclusion: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ar-AE" dirty="0"/>
                  <a:t>✔️ </a:t>
                </a:r>
                <a:r>
                  <a:rPr lang="en-IN" b="1" dirty="0"/>
                  <a:t>Verified successfully</a:t>
                </a:r>
              </a:p>
              <a:p>
                <a:endParaRPr lang="en-IN" b="1" dirty="0"/>
              </a:p>
              <a:p>
                <a:endParaRPr lang="en-IN" b="1" dirty="0"/>
              </a:p>
              <a:p>
                <a:r>
                  <a:rPr lang="en-IN" b="1" dirty="0"/>
                  <a:t>8.</a:t>
                </a:r>
              </a:p>
              <a:p>
                <a:r>
                  <a:rPr lang="en-IN" dirty="0"/>
                  <a:t>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9D21B226-BF48-B034-38BE-B6FCC07C5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4" y="228495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621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05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F1028-6ACB-9D71-1184-6E1E89A7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61D862A-6A02-9DE9-8CA5-D4F94E6FCA66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FEB62B5-5055-AAA2-82D4-9D424FD98650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2DFB7C-E9D7-2AA6-5139-F72AD3EE1944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E1A3D48-E335-F7B3-888C-61E0CD206DE9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7E7C3692-4540-3AAC-26B8-391D9D1D391F}"/>
                  </a:ext>
                </a:extLst>
              </p:cNvPr>
              <p:cNvSpPr/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US" b="1" dirty="0"/>
                  <a:t>sol:</a:t>
                </a:r>
              </a:p>
              <a:p>
                <a:r>
                  <a:rPr lang="en-US" b="1" dirty="0"/>
                  <a:t>Adjoint (adj A)</a:t>
                </a:r>
              </a:p>
              <a:p>
                <a:r>
                  <a:rPr lang="en-US" dirty="0"/>
                  <a:t>For any square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</a:t>
                </a:r>
              </a:p>
              <a:p>
                <a:r>
                  <a:rPr lang="en-US" dirty="0"/>
                  <a:t>Adj(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transpose of cofactor matrix. </a:t>
                </a:r>
              </a:p>
              <a:p>
                <a:r>
                  <a:rPr lang="en-IN" b="1" dirty="0"/>
                  <a:t>Step 1: Find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Using: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1"/>
                              <m:t>adj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i="1" dirty="0"/>
              </a:p>
              <a:p>
                <a:endParaRPr lang="en-IN" i="1" dirty="0"/>
              </a:p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adj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IN" b="0" dirty="0"/>
              </a:p>
              <a:p>
                <a:endParaRPr lang="ar-AE" b="0" dirty="0"/>
              </a:p>
              <a:p>
                <a:r>
                  <a:rPr lang="en-IN" dirty="0"/>
                  <a:t>So,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∣=±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Step 2: Find </a:t>
                </a:r>
                <a:r>
                  <a:rPr lang="en-IN" b="1" dirty="0" err="1"/>
                  <a:t>adj</a:t>
                </a:r>
                <a:r>
                  <a:rPr lang="en-IN" b="1" dirty="0"/>
                  <a:t>(</a:t>
                </a:r>
                <a:r>
                  <a:rPr lang="en-IN" b="1" dirty="0" err="1"/>
                  <a:t>adj</a:t>
                </a:r>
                <a:r>
                  <a:rPr lang="en-IN" b="1" dirty="0"/>
                  <a:t>(A))</a:t>
                </a:r>
              </a:p>
              <a:p>
                <a:endParaRPr lang="en-IN" b="1" dirty="0"/>
              </a:p>
              <a:p>
                <a:endParaRPr lang="en-IN" b="1" dirty="0"/>
              </a:p>
              <a:p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adj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b="0" i="1"/>
                          <m:t>adj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b="0" dirty="0"/>
              </a:p>
              <a:p>
                <a:endParaRPr lang="ar-AE" dirty="0"/>
              </a:p>
              <a:p>
                <a:endParaRPr lang="ar-AE" b="0" dirty="0"/>
              </a:p>
              <a:p>
                <a:endParaRPr lang="ar-AE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7E7C3692-4540-3AAC-26B8-391D9D1D3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FC7741-BC15-7612-FA60-28603BDC9D80}"/>
                  </a:ext>
                </a:extLst>
              </p:cNvPr>
              <p:cNvSpPr txBox="1"/>
              <p:nvPr/>
            </p:nvSpPr>
            <p:spPr>
              <a:xfrm>
                <a:off x="6362700" y="762001"/>
                <a:ext cx="3581399" cy="4953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Important Formulas</a:t>
                </a:r>
              </a:p>
              <a:p>
                <a:r>
                  <a:rPr lang="en-IN" b="1" dirty="0"/>
                  <a:t>(</a:t>
                </a:r>
                <a:r>
                  <a:rPr lang="en-IN" b="1" dirty="0" err="1"/>
                  <a:t>i</a:t>
                </a:r>
                <a:r>
                  <a:rPr lang="en-IN" b="1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IN" i="1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ar-AE" b="1" dirty="0"/>
                  <a:t>(</a:t>
                </a:r>
                <a:r>
                  <a:rPr lang="en-IN" b="1" dirty="0"/>
                  <a:t>ii)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if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∣≠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ar-AE" b="1" dirty="0"/>
                  <a:t>(</a:t>
                </a:r>
                <a:r>
                  <a:rPr lang="en-IN" b="1" dirty="0"/>
                  <a:t>iii) (Very important for Q8)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For 3×3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r>
                  <a:rPr lang="ar-AE" b="1" dirty="0"/>
                  <a:t>(</a:t>
                </a:r>
                <a:r>
                  <a:rPr lang="en-IN" b="1" dirty="0"/>
                  <a:t>iv)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For 3×3: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FC7741-BC15-7612-FA60-28603BDC9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762001"/>
                <a:ext cx="3581399" cy="4953600"/>
              </a:xfrm>
              <a:prstGeom prst="rect">
                <a:avLst/>
              </a:prstGeom>
              <a:blipFill>
                <a:blip r:embed="rId3"/>
                <a:stretch>
                  <a:fillRect l="-1704" t="-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00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D7B92-0F79-D025-379E-415007F17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E258656-DAD0-CD3A-9331-5DCB721C3E66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88B7FC-23FD-9F9A-0AA7-C93DA3648ED5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C20BCE-6A61-978B-B52F-CAF09E66958A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05DAF0F-A8EF-4AB2-0F76-A5BE0AF4ECF8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93DBEABA-3B5E-7BCF-D793-0664F9B6C769}"/>
                  </a:ext>
                </a:extLst>
              </p:cNvPr>
              <p:cNvSpPr/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3: 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Taking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IN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Final Answer (Q8):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93DBEABA-3B5E-7BCF-D793-0664F9B6C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7A8493C-092D-41AC-0BE9-2F700984A081}"/>
              </a:ext>
            </a:extLst>
          </p:cNvPr>
          <p:cNvSpPr txBox="1"/>
          <p:nvPr/>
        </p:nvSpPr>
        <p:spPr>
          <a:xfrm>
            <a:off x="6362700" y="762001"/>
            <a:ext cx="358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23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EB559-4CCD-DC9F-DAD9-E6BDF90A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F5C0E05-A17A-6FFD-9C03-0C345EA2AB3C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2C7D4B-3B95-EF28-F60D-3DAD4338B920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728C1C-D6C6-F652-00AC-B08AC1532907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1B517D-18C7-7815-481C-71D736515302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33DBD163-413E-B285-BB4F-B787D83D250D}"/>
                  </a:ext>
                </a:extLst>
              </p:cNvPr>
              <p:cNvSpPr/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9.</a:t>
                </a:r>
              </a:p>
              <a:p>
                <a:r>
                  <a:rPr lang="en-IN" b="1" dirty="0"/>
                  <a:t>.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  <a:endParaRPr lang="en-IN" dirty="0"/>
              </a:p>
              <a:p>
                <a:r>
                  <a:rPr lang="en-IN" b="1" dirty="0"/>
                  <a:t>Sol:</a:t>
                </a:r>
              </a:p>
              <a:p>
                <a:r>
                  <a:rPr lang="en-IN" b="1" dirty="0"/>
                  <a:t>Given: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🔹 Step 1: Find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I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So,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⇒∣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∣=±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ar-AE" dirty="0"/>
              </a:p>
              <a:p>
                <a:endParaRPr lang="ar-AE" b="1" dirty="0"/>
              </a:p>
              <a:p>
                <a:endParaRPr lang="ar-AE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33DBD163-413E-B285-BB4F-B787D83D2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D790F9A-7063-2AEF-D4F2-BCD39249CAB8}"/>
              </a:ext>
            </a:extLst>
          </p:cNvPr>
          <p:cNvSpPr txBox="1"/>
          <p:nvPr/>
        </p:nvSpPr>
        <p:spPr>
          <a:xfrm>
            <a:off x="6362700" y="762001"/>
            <a:ext cx="358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59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418DC-5F6F-4BDA-7193-F9886B17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46DA438-A19D-2C7D-1800-F19F2CCF7E34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E271303-077D-D06E-14DE-EA8D72E7D495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FFDD0F-D186-AA73-7F07-467213C8AD89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CF4C92D-DBDB-DA43-DCD1-916B57B4398E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24B6AC84-4117-39D9-EB1E-BDB54E4162A2}"/>
                  </a:ext>
                </a:extLst>
              </p:cNvPr>
              <p:cNvSpPr/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2: Use inverse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Taking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🔹 Step 3: Simplify</a:t>
                </a:r>
              </a:p>
              <a:p>
                <a:r>
                  <a:rPr lang="en-IN" b="1" dirty="0"/>
                  <a:t>Simplify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endParaRPr lang="en-IN" b="1" dirty="0"/>
              </a:p>
              <a:p>
                <a:endParaRPr lang="ar-AE" b="1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24B6AC84-4117-39D9-EB1E-BDB54E416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D9A8B3-A072-05A9-714F-46C9B7DF956A}"/>
              </a:ext>
            </a:extLst>
          </p:cNvPr>
          <p:cNvSpPr txBox="1"/>
          <p:nvPr/>
        </p:nvSpPr>
        <p:spPr>
          <a:xfrm>
            <a:off x="6362700" y="762001"/>
            <a:ext cx="358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59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89BC8-5570-FC90-EDA3-131E0F0B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964479-467C-B666-D03C-B6FADA91C732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7918C52-2748-C051-83BD-4582620225C2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56E485E-7920-B7B4-3950-33B274BFAC20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185C38-B918-A4BE-A846-9A95ED3008D7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C5530ECC-D312-1566-2D45-8D6D32D61A11}"/>
                  </a:ext>
                </a:extLst>
              </p:cNvPr>
              <p:cNvSpPr/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Final Answer (Q9):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10. Find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adj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b="0" i="1"/>
                          <m:t>adj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IN" b="1" dirty="0"/>
                  <a:t>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b="0" dirty="0"/>
              </a:p>
              <a:p>
                <a:endParaRPr lang="en-IN" b="1" dirty="0"/>
              </a:p>
              <a:p>
                <a:endParaRPr lang="ar-AE" b="1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C5530ECC-D312-1566-2D45-8D6D32D61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3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559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C933B67-054C-AF59-EB9A-3A0DC282A740}"/>
              </a:ext>
            </a:extLst>
          </p:cNvPr>
          <p:cNvSpPr txBox="1"/>
          <p:nvPr/>
        </p:nvSpPr>
        <p:spPr>
          <a:xfrm>
            <a:off x="6362700" y="762001"/>
            <a:ext cx="358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48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3E405-EA73-75C9-D63A-70EB2082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0DAC7F5-8048-148A-732A-A4E1F17E0216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6B2FC1-2AAC-66F3-6B42-404AABBF0F25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54AA387-6BC5-5763-01C7-54335E376A48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7345529-EB2A-8D6E-8D7A-31C5D35CBF4B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F945A70E-A54B-0DE9-EDDB-32CF3A8BB752}"/>
                  </a:ext>
                </a:extLst>
              </p:cNvPr>
              <p:cNvSpPr/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1: Find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We use: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Now compute determinant of given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∣"/>
                          <m:endChr m:val="∣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Expand:    </a:t>
                </a:r>
              </a:p>
              <a:p>
                <a:r>
                  <a:rPr lang="en-IN" dirty="0"/>
                  <a:t>  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IN" i="1" dirty="0"/>
              </a:p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r>
                  <a:rPr lang="en-IN" dirty="0"/>
                  <a:t>So,</a:t>
                </a:r>
              </a:p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endParaRPr lang="en-IN" b="1" dirty="0"/>
              </a:p>
              <a:p>
                <a:endParaRPr lang="ar-AE" b="1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F945A70E-A54B-0DE9-EDDB-32CF3A8BB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497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5E11E-3C5F-48FA-D1F3-384115BBCDC7}"/>
                  </a:ext>
                </a:extLst>
              </p:cNvPr>
              <p:cNvSpPr txBox="1"/>
              <p:nvPr/>
            </p:nvSpPr>
            <p:spPr>
              <a:xfrm>
                <a:off x="6134100" y="517778"/>
                <a:ext cx="3803129" cy="1825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Important Formula</a:t>
                </a:r>
              </a:p>
              <a:p>
                <a:r>
                  <a:rPr lang="en-IN" dirty="0"/>
                  <a:t>For an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For </a:t>
                </a:r>
                <a:r>
                  <a:rPr lang="en-IN" b="1" dirty="0"/>
                  <a:t>3×3 matrix</a:t>
                </a:r>
                <a:r>
                  <a:rPr lang="en-IN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adj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adj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5E11E-3C5F-48FA-D1F3-384115BBC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100" y="517778"/>
                <a:ext cx="3803129" cy="1825628"/>
              </a:xfrm>
              <a:prstGeom prst="rect">
                <a:avLst/>
              </a:prstGeom>
              <a:blipFill>
                <a:blip r:embed="rId3"/>
                <a:stretch>
                  <a:fillRect l="-1282" t="-20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0EFE06-D0D3-E860-A43F-9097B213966D}"/>
              </a:ext>
            </a:extLst>
          </p:cNvPr>
          <p:cNvCxnSpPr>
            <a:cxnSpLocks/>
          </p:cNvCxnSpPr>
          <p:nvPr/>
        </p:nvCxnSpPr>
        <p:spPr>
          <a:xfrm>
            <a:off x="6134100" y="381000"/>
            <a:ext cx="0" cy="510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68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C219F-8319-6D84-FCA0-22FE1C20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68BBCF6-E239-3209-9474-8830F27B514F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3D2ED49-D260-060A-ABB9-BCDF1635523C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11224B-657B-C6E9-D716-5BC86B2451D4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1A06BFC-BE52-3BE4-289F-EE95189D811C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64A52B78-A5A9-0B53-9E3A-FE30C9315B95}"/>
                  </a:ext>
                </a:extLst>
              </p:cNvPr>
              <p:cNvSpPr/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2: 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We use: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But easier method: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Instead of finding inverse, we directly compute </a:t>
                </a:r>
                <a:r>
                  <a:rPr lang="en-IN" dirty="0" err="1"/>
                  <a:t>adj</a:t>
                </a:r>
                <a:r>
                  <a:rPr lang="en-IN" dirty="0"/>
                  <a:t>(</a:t>
                </a:r>
                <a:r>
                  <a:rPr lang="en-IN" dirty="0" err="1"/>
                  <a:t>adj</a:t>
                </a:r>
                <a:r>
                  <a:rPr lang="en-IN" dirty="0"/>
                  <a:t>(A)).</a:t>
                </a:r>
              </a:p>
              <a:p>
                <a:r>
                  <a:rPr lang="en-IN" b="1" dirty="0"/>
                  <a:t>Step 3: Use shortcut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So we first 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:</a:t>
                </a:r>
              </a:p>
              <a:p>
                <a:r>
                  <a:rPr lang="en-IN" dirty="0"/>
                  <a:t>Since: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Take inverse to get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, or use known identity:</a:t>
                </a:r>
              </a:p>
              <a:p>
                <a:r>
                  <a:rPr lang="en-IN" dirty="0"/>
                  <a:t>For this symmetric structure, solving gives: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ar-AE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1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000" dirty="0"/>
              </a:p>
              <a:p>
                <a:endParaRPr lang="en-IN" dirty="0"/>
              </a:p>
              <a:p>
                <a:endParaRPr lang="en-IN" b="1" dirty="0"/>
              </a:p>
              <a:p>
                <a:endParaRPr lang="ar-AE" b="1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64A52B78-A5A9-0B53-9E3A-FE30C9315B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497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432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B1A2B-29D8-C7F4-31B0-F5C48544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A83ADE9-E3DF-8ED5-B57A-8E9DC3AB38A0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1A3D1C-A17B-E6CB-92B3-5EF3CB61AFCA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313B717-17E1-14B6-0D5D-0516EE70FBF4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FD424A1-B438-5A8A-516B-778E3E58D41E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CD428866-DB12-695B-E2DF-8EA7B070E27A}"/>
                  </a:ext>
                </a:extLst>
              </p:cNvPr>
              <p:cNvSpPr/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/>
              <a:lstStyle/>
              <a:p>
                <a:r>
                  <a:rPr lang="en-IN" b="1" dirty="0"/>
                  <a:t>Step 4: Final Answer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adj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ar-A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000" dirty="0"/>
              </a:p>
              <a:p>
                <a:br>
                  <a:rPr lang="ar-AE" sz="1000" dirty="0"/>
                </a:br>
                <a:endParaRPr lang="ar-AE" sz="1000" dirty="0"/>
              </a:p>
              <a:p>
                <a:r>
                  <a:rPr lang="en-IN" sz="1000" b="1" dirty="0"/>
                  <a:t>✅ </a:t>
                </a:r>
                <a:r>
                  <a:rPr lang="en-IN" b="1" dirty="0"/>
                  <a:t>Final Answer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/>
                            <m:t>adj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b="0" i="1"/>
                                <m:t>adj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endParaRPr lang="ar-AE" sz="1000" dirty="0"/>
              </a:p>
              <a:p>
                <a:endParaRPr lang="en-IN" dirty="0"/>
              </a:p>
              <a:p>
                <a:endParaRPr lang="en-IN" b="1" dirty="0"/>
              </a:p>
              <a:p>
                <a:endParaRPr lang="ar-AE" b="1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CD428866-DB12-695B-E2DF-8EA7B070E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57" y="228494"/>
                <a:ext cx="9813931" cy="5334209"/>
              </a:xfrm>
              <a:prstGeom prst="rect">
                <a:avLst/>
              </a:prstGeom>
              <a:blipFill>
                <a:blip r:embed="rId2"/>
                <a:stretch>
                  <a:fillRect l="-497" t="-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899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556</TotalTime>
  <Words>1104</Words>
  <Application>Microsoft Office PowerPoint</Application>
  <PresentationFormat>Custom</PresentationFormat>
  <Paragraphs>231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 3</vt:lpstr>
      <vt:lpstr>Raleway Bold</vt:lpstr>
      <vt:lpstr>Tw Cen MT</vt:lpstr>
      <vt:lpstr>Tw Cen MT Condensed</vt:lpstr>
      <vt:lpstr>Aptos</vt:lpstr>
      <vt:lpstr>Niconne</vt:lpstr>
      <vt:lpstr>Cambria Math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Blue and White Ceramics Etsy Banner</dc:title>
  <cp:lastModifiedBy>suhaib bilal</cp:lastModifiedBy>
  <cp:revision>3</cp:revision>
  <dcterms:created xsi:type="dcterms:W3CDTF">2006-08-16T00:00:00Z</dcterms:created>
  <dcterms:modified xsi:type="dcterms:W3CDTF">2026-04-25T11:12:33Z</dcterms:modified>
  <dc:identifier>DAHFOtyZw9M</dc:identifier>
</cp:coreProperties>
</file>