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14787250" y="8739051"/>
            <a:ext cx="1346100" cy="249900"/>
          </a:xfrm>
          <a:prstGeom prst="rect">
            <a:avLst/>
          </a:prstGeom>
          <a:solidFill>
            <a:srgbClr val="FAFB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l="1230" r="-123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/>
          <p:nvPr/>
        </p:nvSpPr>
        <p:spPr>
          <a:xfrm>
            <a:off x="14986000" y="8839200"/>
            <a:ext cx="1270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rgbClr val="FBF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/>
          <p:nvPr/>
        </p:nvSpPr>
        <p:spPr>
          <a:xfrm flipH="1">
            <a:off x="14970347" y="8839200"/>
            <a:ext cx="12192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>
            <a:off x="14909800" y="8839200"/>
            <a:ext cx="13462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/>
          <p:nvPr/>
        </p:nvSpPr>
        <p:spPr>
          <a:xfrm>
            <a:off x="14986000" y="8763000"/>
            <a:ext cx="1270000" cy="34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/>
          <p:nvPr/>
        </p:nvSpPr>
        <p:spPr>
          <a:xfrm>
            <a:off x="14986000" y="8763000"/>
            <a:ext cx="12700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/>
          <p:nvPr/>
        </p:nvSpPr>
        <p:spPr>
          <a:xfrm>
            <a:off x="14986000" y="8686800"/>
            <a:ext cx="1270000" cy="45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/>
          <p:nvPr/>
        </p:nvSpPr>
        <p:spPr>
          <a:xfrm>
            <a:off x="14909800" y="8763000"/>
            <a:ext cx="13462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4"/>
          <p:cNvSpPr/>
          <p:nvPr/>
        </p:nvSpPr>
        <p:spPr>
          <a:xfrm>
            <a:off x="14909800" y="8763000"/>
            <a:ext cx="13462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5"/>
          <p:cNvSpPr/>
          <p:nvPr/>
        </p:nvSpPr>
        <p:spPr>
          <a:xfrm>
            <a:off x="14986000" y="8839200"/>
            <a:ext cx="12700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6"/>
          <p:cNvSpPr/>
          <p:nvPr/>
        </p:nvSpPr>
        <p:spPr>
          <a:xfrm>
            <a:off x="14986000" y="8915400"/>
            <a:ext cx="1143000" cy="4571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6"/>
          <p:cNvSpPr/>
          <p:nvPr/>
        </p:nvSpPr>
        <p:spPr>
          <a:xfrm>
            <a:off x="14833600" y="8839200"/>
            <a:ext cx="1422400" cy="304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Mano S</cp:lastModifiedBy>
  <cp:revision>2</cp:revision>
  <dcterms:modified xsi:type="dcterms:W3CDTF">2026-04-25T06:17:33Z</dcterms:modified>
</cp:coreProperties>
</file>