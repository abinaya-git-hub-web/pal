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" r="0" b="-1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" r="0" b="-1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" r="0" b="-1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57" r="0" b="-45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94" r="0" b="-279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2" r="0" b="-12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45" t="0" r="-2145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41" t="0" r="-1041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11" r="0" b="-131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11" t="0" r="-1511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2" t="0" r="-212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DAHH3onY48U</dc:identifier>
  <dcterms:modified xsi:type="dcterms:W3CDTF">2011-08-01T06:04:30Z</dcterms:modified>
  <cp:revision>1</cp:revision>
  <dc:title> Chapter 1_ex1.6(criep content)</dc:title>
</cp:coreProperties>
</file>