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287000" cy="5791200"/>
  <p:notesSz cx="6858000" cy="9144000"/>
  <p:embeddedFontLst>
    <p:embeddedFont>
      <p:font typeface="Niconne" panose="02000505050000020002"/>
      <p:regular r:id="rId14"/>
    </p:embeddedFont>
    <p:embeddedFont>
      <p:font typeface="Raleway Bold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22" autoAdjust="0"/>
  </p:normalViewPr>
  <p:slideViewPr>
    <p:cSldViewPr>
      <p:cViewPr varScale="1">
        <p:scale>
          <a:sx n="92" d="100"/>
          <a:sy n="92" d="100"/>
        </p:scale>
        <p:origin x="12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6CE24-4813-7FAC-C162-952DC2FD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304800"/>
            <a:ext cx="96654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76F4E-2618-2C85-37C6-3B0457E60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37" y="228495"/>
            <a:ext cx="9670382" cy="5181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8747CB-C8E7-6D39-2EA4-8E8E032F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79" y="457200"/>
            <a:ext cx="9606821" cy="4758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C61A91-A429-E39A-5C30-4A989413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25119"/>
            <a:ext cx="9258918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/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123CD5-533F-49C7-1753-3D3EA85D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0302"/>
            <a:ext cx="9276561" cy="38140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079EE-C044-AA4E-3AF3-3C65251E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BE141DA-5E5B-1C49-31FC-31D7658AD5CF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6F8AC23-E546-51F9-9C4D-D3E1A8D165C7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8D4390E-EC78-AB41-E260-34FFB9BBE11A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203C8B3-37D8-1D19-B8FB-9BAEB478D2DF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07AC1A76-1225-84C7-E441-E2988E42F34A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F0469-303B-2B43-588F-33F472AF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9" y="762000"/>
            <a:ext cx="922489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0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41A29-5B4C-C936-2276-E86BC9B2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AF91CA-FD91-B204-F38C-544CCD7A382E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F6A7F5-D1BB-6E12-662E-F092E38AF28A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B0C2A4F-4B57-6473-93BD-3A2BF5E6C0FD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688F8D-7527-34E5-511D-19F4555F4A2E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1F9DBC74-6ECD-42D4-0AF2-6B101BFB8C7E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337B47-26D2-359B-7C81-17B993D26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228495"/>
            <a:ext cx="6867525" cy="526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5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623E6-6F68-F624-75DF-9FC18FFC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2ADB55A-1E5F-C995-E369-7F990947E571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8F0337-7FD8-ADD8-E8F2-D87CA7FC68F1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374378C-1180-E232-9B72-108DC163E4F9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5A9500C-9C94-026E-E975-3D8CDCD2B526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FEAD53AA-AAC0-98AD-9882-9067D706E4FB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25C2EC-5ABA-F3FC-BA66-A2DA0EBD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20" y="228495"/>
            <a:ext cx="7790897" cy="516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6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E1202-8DBE-E0CA-A21C-9E968EDA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D97F37E-72C0-6B2C-E157-67BB56EB30EF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7219934-A557-5259-8F5E-0244BF9C1BD4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4D585F-50FE-E092-FB74-62A49DBE3804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E4DFD9-8826-CC73-90E9-46A1115B16DD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492567ED-7BAC-7059-805B-EBE4F4905647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DB2A0-F52F-72EE-FF71-ABEC754F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14" y="381000"/>
            <a:ext cx="760568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1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41653-C358-ACE0-01B6-A17C8F1E2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27190F-7A9B-7753-F649-1DFB1951EC05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86418E-42F2-55EC-3270-5BEFC616DE5A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A0F61A7-98A3-0D97-CA95-727DA6E104CC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7F211D6-DA8B-DFD4-3EC0-ADD0126EA80E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B4B093CC-F3AF-820F-24E6-A436C5B768AD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EA2E3-B818-4ACD-D8EE-8E343EBAE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35" y="457200"/>
            <a:ext cx="9031881" cy="51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FBDCB-BBDE-BD8C-CFD8-C04FE2CB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F5E8392-61BD-CB43-A20A-A3F6F401DF44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3EFABD-27E4-3BA7-2A43-622104EC591D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CCF30F-0979-F121-042A-CED9640BF45F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6C57303-B8B2-553A-EFBA-57FD0D153E59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A200AC4-452B-64C1-C9AB-BD203CF0EB5F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E0C4C-B8CB-C4A7-91DB-3585489B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72318"/>
            <a:ext cx="8229600" cy="524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7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AE242-2324-BED0-4FE4-7CECA401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EE2E736-2F4E-225C-6AFA-9B1F50B0492C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55E630-7E4A-A232-AF13-A428165734E1}"/>
              </a:ext>
            </a:extLst>
          </p:cNvPr>
          <p:cNvGrpSpPr/>
          <p:nvPr/>
        </p:nvGrpSpPr>
        <p:grpSpPr>
          <a:xfrm>
            <a:off x="714375" y="2286054"/>
            <a:ext cx="8858250" cy="1219093"/>
            <a:chOff x="0" y="0"/>
            <a:chExt cx="11811000" cy="162545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A5410C-B68D-35DB-59B8-EB371D7F4EE5}"/>
                </a:ext>
              </a:extLst>
            </p:cNvPr>
            <p:cNvSpPr txBox="1"/>
            <p:nvPr/>
          </p:nvSpPr>
          <p:spPr>
            <a:xfrm>
              <a:off x="0" y="104775"/>
              <a:ext cx="11811000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5400">
                  <a:solidFill>
                    <a:srgbClr val="3C3C3C"/>
                  </a:solidFill>
                  <a:latin typeface="Niconne"/>
                  <a:ea typeface="Niconne"/>
                  <a:cs typeface="Niconne"/>
                  <a:sym typeface="Niconne"/>
                </a:rPr>
                <a:t>Dossier Ceramics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455B93-5ABB-2675-42ED-AB19D984BFC8}"/>
                </a:ext>
              </a:extLst>
            </p:cNvPr>
            <p:cNvSpPr txBox="1"/>
            <p:nvPr/>
          </p:nvSpPr>
          <p:spPr>
            <a:xfrm>
              <a:off x="977900" y="1327007"/>
              <a:ext cx="9855200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400" b="1" spc="280">
                  <a:solidFill>
                    <a:srgbClr val="4ECCD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POTTERY, TABLEWARE &amp; TILES.</a:t>
              </a:r>
            </a:p>
          </p:txBody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626A1F55-6E8C-40C9-2F01-B7EAEDC77D85}"/>
              </a:ext>
            </a:extLst>
          </p:cNvPr>
          <p:cNvSpPr/>
          <p:nvPr/>
        </p:nvSpPr>
        <p:spPr>
          <a:xfrm>
            <a:off x="236534" y="228495"/>
            <a:ext cx="9813931" cy="5334209"/>
          </a:xfrm>
          <a:prstGeom prst="rect">
            <a:avLst/>
          </a:prstGeom>
          <a:solidFill>
            <a:srgbClr val="FCFCFC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96563-FD85-99D8-8005-49DEF6634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59347"/>
            <a:ext cx="8191500" cy="525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3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80</Words>
  <Application>Microsoft Office PowerPoint</Application>
  <PresentationFormat>Custom</PresentationFormat>
  <Paragraphs>20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Blue and White Ceramics Etsy Banner</dc:title>
  <dc:creator>dell</dc:creator>
  <cp:lastModifiedBy>Abishek R</cp:lastModifiedBy>
  <cp:revision>7</cp:revision>
  <dcterms:created xsi:type="dcterms:W3CDTF">2006-08-16T00:00:00Z</dcterms:created>
  <dcterms:modified xsi:type="dcterms:W3CDTF">2026-04-25T16:12:09Z</dcterms:modified>
  <dc:identifier>DAHFOtyZw9M</dc:identifier>
</cp:coreProperties>
</file>