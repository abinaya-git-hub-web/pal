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03.svg" ContentType="image/svg+xml"/>
  <Override PartName="/ppt/media/image115.svg" ContentType="image/svg+xml"/>
  <Override PartName="/ppt/media/image124.svg" ContentType="image/svg+xml"/>
  <Override PartName="/ppt/media/image137.svg" ContentType="image/svg+xml"/>
  <Override PartName="/ppt/media/image142.svg" ContentType="image/svg+xml"/>
  <Override PartName="/ppt/media/image151.svg" ContentType="image/svg+xml"/>
  <Override PartName="/ppt/media/image2.svg" ContentType="image/svg+xml"/>
  <Override PartName="/ppt/media/image26.svg" ContentType="image/svg+xml"/>
  <Override PartName="/ppt/media/image44.svg" ContentType="image/svg+xml"/>
  <Override PartName="/ppt/media/image5.svg" ContentType="image/svg+xml"/>
  <Override PartName="/ppt/media/image9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3"/>
    <p:sldId id="292" r:id="rId4"/>
    <p:sldId id="271" r:id="rId5"/>
    <p:sldId id="274" r:id="rId6"/>
    <p:sldId id="275" r:id="rId7"/>
    <p:sldId id="273" r:id="rId8"/>
    <p:sldId id="272" r:id="rId9"/>
    <p:sldId id="276" r:id="rId10"/>
    <p:sldId id="277" r:id="rId11"/>
    <p:sldId id="278" r:id="rId12"/>
    <p:sldId id="279" r:id="rId13"/>
    <p:sldId id="280" r:id="rId14"/>
    <p:sldId id="282" r:id="rId15"/>
    <p:sldId id="283" r:id="rId16"/>
    <p:sldId id="284" r:id="rId17"/>
    <p:sldId id="281" r:id="rId18"/>
    <p:sldId id="285" r:id="rId19"/>
    <p:sldId id="286" r:id="rId20"/>
    <p:sldId id="287" r:id="rId21"/>
    <p:sldId id="288" r:id="rId22"/>
    <p:sldId id="289" r:id="rId23"/>
    <p:sldId id="290" r:id="rId24"/>
    <p:sldId id="291" r:id="rId25"/>
  </p:sldIdLst>
  <p:sldSz cx="18288000" cy="10287000"/>
  <p:notesSz cx="6858000" cy="9144000"/>
  <p:embeddedFontLs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2"/>
        <p:guide pos="2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5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6.svg"/><Relationship Id="rId19" Type="http://schemas.openxmlformats.org/officeDocument/2006/relationships/image" Target="../media/image43.png"/><Relationship Id="rId18" Type="http://schemas.openxmlformats.org/officeDocument/2006/relationships/image" Target="../media/image42.png"/><Relationship Id="rId17" Type="http://schemas.openxmlformats.org/officeDocument/2006/relationships/image" Target="../media/image41.png"/><Relationship Id="rId16" Type="http://schemas.openxmlformats.org/officeDocument/2006/relationships/image" Target="../media/image40.png"/><Relationship Id="rId15" Type="http://schemas.openxmlformats.org/officeDocument/2006/relationships/image" Target="../media/image39.png"/><Relationship Id="rId14" Type="http://schemas.openxmlformats.org/officeDocument/2006/relationships/image" Target="../media/image38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6.svg"/><Relationship Id="rId19" Type="http://schemas.openxmlformats.org/officeDocument/2006/relationships/image" Target="../media/image68.png"/><Relationship Id="rId18" Type="http://schemas.openxmlformats.org/officeDocument/2006/relationships/image" Target="../media/image67.png"/><Relationship Id="rId17" Type="http://schemas.openxmlformats.org/officeDocument/2006/relationships/image" Target="../media/image66.png"/><Relationship Id="rId16" Type="http://schemas.openxmlformats.org/officeDocument/2006/relationships/image" Target="../media/image65.png"/><Relationship Id="rId15" Type="http://schemas.openxmlformats.org/officeDocument/2006/relationships/image" Target="../media/image64.png"/><Relationship Id="rId14" Type="http://schemas.openxmlformats.org/officeDocument/2006/relationships/image" Target="../media/image63.png"/><Relationship Id="rId13" Type="http://schemas.openxmlformats.org/officeDocument/2006/relationships/image" Target="../media/image62.png"/><Relationship Id="rId12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26.sv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82.png"/><Relationship Id="rId15" Type="http://schemas.openxmlformats.org/officeDocument/2006/relationships/image" Target="../media/image81.png"/><Relationship Id="rId14" Type="http://schemas.openxmlformats.org/officeDocument/2006/relationships/image" Target="../media/image80.png"/><Relationship Id="rId13" Type="http://schemas.openxmlformats.org/officeDocument/2006/relationships/image" Target="../media/image79.png"/><Relationship Id="rId12" Type="http://schemas.openxmlformats.org/officeDocument/2006/relationships/image" Target="../media/image78.png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44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02.png"/><Relationship Id="rId12" Type="http://schemas.openxmlformats.org/officeDocument/2006/relationships/image" Target="../media/image101.png"/><Relationship Id="rId11" Type="http://schemas.openxmlformats.org/officeDocument/2006/relationships/image" Target="../media/image100.png"/><Relationship Id="rId10" Type="http://schemas.openxmlformats.org/officeDocument/2006/relationships/image" Target="../media/image9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png"/><Relationship Id="rId8" Type="http://schemas.openxmlformats.org/officeDocument/2006/relationships/image" Target="../media/image109.png"/><Relationship Id="rId7" Type="http://schemas.openxmlformats.org/officeDocument/2006/relationships/image" Target="../media/image108.png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4.png"/><Relationship Id="rId12" Type="http://schemas.openxmlformats.org/officeDocument/2006/relationships/image" Target="../media/image113.png"/><Relationship Id="rId11" Type="http://schemas.openxmlformats.org/officeDocument/2006/relationships/image" Target="../media/image112.png"/><Relationship Id="rId10" Type="http://schemas.openxmlformats.org/officeDocument/2006/relationships/image" Target="../media/image111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21.png"/><Relationship Id="rId7" Type="http://schemas.openxmlformats.org/officeDocument/2006/relationships/image" Target="../media/image120.png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15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0.png"/><Relationship Id="rId7" Type="http://schemas.openxmlformats.org/officeDocument/2006/relationships/image" Target="../media/image129.png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3" Type="http://schemas.openxmlformats.org/officeDocument/2006/relationships/image" Target="../media/image125.png"/><Relationship Id="rId2" Type="http://schemas.openxmlformats.org/officeDocument/2006/relationships/image" Target="../media/image12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36.png"/><Relationship Id="rId13" Type="http://schemas.openxmlformats.org/officeDocument/2006/relationships/image" Target="../media/image135.png"/><Relationship Id="rId12" Type="http://schemas.openxmlformats.org/officeDocument/2006/relationships/image" Target="../media/image134.png"/><Relationship Id="rId11" Type="http://schemas.openxmlformats.org/officeDocument/2006/relationships/image" Target="../media/image133.png"/><Relationship Id="rId10" Type="http://schemas.openxmlformats.org/officeDocument/2006/relationships/image" Target="../media/image13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sv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png"/><Relationship Id="rId8" Type="http://schemas.openxmlformats.org/officeDocument/2006/relationships/image" Target="../media/image148.png"/><Relationship Id="rId7" Type="http://schemas.openxmlformats.org/officeDocument/2006/relationships/image" Target="../media/image147.png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" Type="http://schemas.openxmlformats.org/officeDocument/2006/relationships/image" Target="../media/image143.png"/><Relationship Id="rId2" Type="http://schemas.openxmlformats.org/officeDocument/2006/relationships/image" Target="../media/image142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0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png"/><Relationship Id="rId8" Type="http://schemas.openxmlformats.org/officeDocument/2006/relationships/image" Target="../media/image157.png"/><Relationship Id="rId7" Type="http://schemas.openxmlformats.org/officeDocument/2006/relationships/image" Target="../media/image156.png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Relationship Id="rId3" Type="http://schemas.openxmlformats.org/officeDocument/2006/relationships/image" Target="../media/image152.png"/><Relationship Id="rId2" Type="http://schemas.openxmlformats.org/officeDocument/2006/relationships/image" Target="../media/image151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62.png"/><Relationship Id="rId12" Type="http://schemas.openxmlformats.org/officeDocument/2006/relationships/image" Target="../media/image161.png"/><Relationship Id="rId11" Type="http://schemas.openxmlformats.org/officeDocument/2006/relationships/image" Target="../media/image160.png"/><Relationship Id="rId10" Type="http://schemas.openxmlformats.org/officeDocument/2006/relationships/image" Target="../media/image159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png"/><Relationship Id="rId8" Type="http://schemas.openxmlformats.org/officeDocument/2006/relationships/image" Target="../media/image168.png"/><Relationship Id="rId7" Type="http://schemas.openxmlformats.org/officeDocument/2006/relationships/image" Target="../media/image167.png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137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72.png"/><Relationship Id="rId11" Type="http://schemas.openxmlformats.org/officeDocument/2006/relationships/image" Target="../media/image171.png"/><Relationship Id="rId10" Type="http://schemas.openxmlformats.org/officeDocument/2006/relationships/image" Target="../media/image170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9.png"/><Relationship Id="rId8" Type="http://schemas.openxmlformats.org/officeDocument/2006/relationships/image" Target="../media/image178.png"/><Relationship Id="rId7" Type="http://schemas.openxmlformats.org/officeDocument/2006/relationships/image" Target="../media/image177.png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Relationship Id="rId3" Type="http://schemas.openxmlformats.org/officeDocument/2006/relationships/image" Target="../media/image173.png"/><Relationship Id="rId2" Type="http://schemas.openxmlformats.org/officeDocument/2006/relationships/image" Target="../media/image142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81.png"/><Relationship Id="rId10" Type="http://schemas.openxmlformats.org/officeDocument/2006/relationships/image" Target="../media/image180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8.png"/><Relationship Id="rId8" Type="http://schemas.openxmlformats.org/officeDocument/2006/relationships/image" Target="../media/image187.png"/><Relationship Id="rId7" Type="http://schemas.openxmlformats.org/officeDocument/2006/relationships/image" Target="../media/image186.png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Relationship Id="rId3" Type="http://schemas.openxmlformats.org/officeDocument/2006/relationships/image" Target="../media/image182.png"/><Relationship Id="rId2" Type="http://schemas.openxmlformats.org/officeDocument/2006/relationships/image" Target="../media/image15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91.png"/><Relationship Id="rId11" Type="http://schemas.openxmlformats.org/officeDocument/2006/relationships/image" Target="../media/image190.png"/><Relationship Id="rId10" Type="http://schemas.openxmlformats.org/officeDocument/2006/relationships/image" Target="../media/image189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image" Target="../media/image19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1" Type="http://schemas.openxmlformats.org/officeDocument/2006/relationships/image" Target="../media/image19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1" Type="http://schemas.openxmlformats.org/officeDocument/2006/relationships/image" Target="../media/image19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image" Target="../media/image20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390900"/>
            <a:ext cx="17088485" cy="10636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686300"/>
            <a:ext cx="3545840" cy="1115695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>
            <a:off x="6248400" y="6358255"/>
            <a:ext cx="5867400" cy="1371600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00100"/>
            <a:ext cx="13874750" cy="964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19300"/>
            <a:ext cx="16833215" cy="19964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152900"/>
            <a:ext cx="2467610" cy="7099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62500"/>
            <a:ext cx="7335520" cy="10140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76595"/>
            <a:ext cx="1345565" cy="5473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6591300"/>
            <a:ext cx="1884680" cy="5251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7084060"/>
            <a:ext cx="6554470" cy="15932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8670290"/>
            <a:ext cx="6846570" cy="656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71500"/>
            <a:ext cx="4729480" cy="866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85900"/>
            <a:ext cx="9952355" cy="7816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2171700"/>
            <a:ext cx="2963545" cy="10115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100705"/>
            <a:ext cx="7392035" cy="159448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610100"/>
            <a:ext cx="1557655" cy="8496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2200" y="4610100"/>
            <a:ext cx="3300730" cy="96456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829300"/>
            <a:ext cx="2788285" cy="6826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6591300"/>
            <a:ext cx="7199630" cy="79502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515" y="7515225"/>
            <a:ext cx="1554480" cy="75120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8266430"/>
            <a:ext cx="1386205" cy="81534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3600" y="8262620"/>
            <a:ext cx="2816860" cy="80518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7865" y="3152140"/>
            <a:ext cx="9493885" cy="5532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71500"/>
            <a:ext cx="7033895" cy="7296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09700"/>
            <a:ext cx="1541780" cy="5892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855345" cy="5784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2095500"/>
            <a:ext cx="2823210" cy="6553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961005"/>
            <a:ext cx="1435100" cy="53149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669030"/>
            <a:ext cx="9220835" cy="6629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457700"/>
            <a:ext cx="2628900" cy="11684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800" y="4914900"/>
            <a:ext cx="1298575" cy="52578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9475" y="4838700"/>
            <a:ext cx="2332990" cy="61531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720" y="5751830"/>
            <a:ext cx="1490980" cy="63944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6667500"/>
            <a:ext cx="2184400" cy="57340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95600" y="6591300"/>
            <a:ext cx="2708910" cy="78168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9755" y="6657340"/>
            <a:ext cx="1327785" cy="76581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87540" y="6620510"/>
            <a:ext cx="3703955" cy="9588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3720" y="7734300"/>
            <a:ext cx="1520190" cy="59118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7409815"/>
            <a:ext cx="3882390" cy="136779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05620" y="693420"/>
            <a:ext cx="8300085" cy="5525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9100"/>
            <a:ext cx="7520305" cy="8578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85900"/>
            <a:ext cx="6826885" cy="8394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392805"/>
            <a:ext cx="9079865" cy="7226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476500"/>
            <a:ext cx="10443845" cy="765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441190"/>
            <a:ext cx="7092950" cy="60833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375275"/>
            <a:ext cx="7876540" cy="6648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400" y="4368165"/>
            <a:ext cx="8754745" cy="5106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00100"/>
            <a:ext cx="11127105" cy="6496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0" y="1556385"/>
            <a:ext cx="8759825" cy="10179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781300"/>
            <a:ext cx="1259840" cy="9505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619500"/>
            <a:ext cx="1420495" cy="4737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152900"/>
            <a:ext cx="463550" cy="6445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229100"/>
            <a:ext cx="3360420" cy="6070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0" y="4152900"/>
            <a:ext cx="1145540" cy="7385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4270" y="3924300"/>
            <a:ext cx="2838450" cy="128460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2720" y="4381500"/>
            <a:ext cx="1116330" cy="40830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5565" y="4305300"/>
            <a:ext cx="1552575" cy="64897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6120" y="5143500"/>
            <a:ext cx="1709420" cy="69469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400" y="4991100"/>
            <a:ext cx="2393950" cy="118681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6210300"/>
            <a:ext cx="2726055" cy="46926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7051675"/>
            <a:ext cx="1419860" cy="50609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7962900"/>
            <a:ext cx="875030" cy="56642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76400" y="7615555"/>
            <a:ext cx="3364865" cy="126492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8938260"/>
            <a:ext cx="1421765" cy="673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71500"/>
            <a:ext cx="7959090" cy="6019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257300"/>
            <a:ext cx="4137660" cy="14458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638300"/>
            <a:ext cx="1109345" cy="4870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85900"/>
            <a:ext cx="2489835" cy="10864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57500"/>
            <a:ext cx="1517650" cy="5289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543300"/>
            <a:ext cx="5815965" cy="7467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619500"/>
            <a:ext cx="2708910" cy="6375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533900"/>
            <a:ext cx="1356995" cy="58801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219700"/>
            <a:ext cx="5440045" cy="54673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9800" y="4991100"/>
            <a:ext cx="3169920" cy="87693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6134100"/>
            <a:ext cx="1753870" cy="56134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6819900"/>
            <a:ext cx="3856355" cy="121793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8200" y="6678930"/>
            <a:ext cx="6196965" cy="145986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8482330"/>
            <a:ext cx="1713230" cy="4743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5300"/>
            <a:ext cx="8300720" cy="1509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95500"/>
            <a:ext cx="9934575" cy="7575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00500"/>
            <a:ext cx="1009015" cy="6102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009900"/>
            <a:ext cx="9335770" cy="33762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515" y="5652135"/>
            <a:ext cx="6341745" cy="657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743700"/>
            <a:ext cx="7371715" cy="78676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7658100"/>
            <a:ext cx="7913370" cy="7004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8572500"/>
            <a:ext cx="1259205" cy="629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1500"/>
            <a:ext cx="1171575" cy="5708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95300"/>
            <a:ext cx="3660140" cy="690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62100"/>
            <a:ext cx="1160145" cy="64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1333500"/>
            <a:ext cx="7270115" cy="14846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314700"/>
            <a:ext cx="1657350" cy="508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0750" y="3390900"/>
            <a:ext cx="5163820" cy="5054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152900"/>
            <a:ext cx="2313305" cy="64897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800" y="4076700"/>
            <a:ext cx="3313430" cy="8286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680" y="5067300"/>
            <a:ext cx="1155065" cy="6565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7375" y="4838700"/>
            <a:ext cx="5003800" cy="105600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6286500"/>
            <a:ext cx="11522710" cy="2922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876300"/>
            <a:ext cx="10688320" cy="16586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705100"/>
            <a:ext cx="6553200" cy="64198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15" y="3418205"/>
            <a:ext cx="9785350" cy="82232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261485"/>
            <a:ext cx="7978775" cy="10223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430" y="5304790"/>
            <a:ext cx="1478280" cy="57531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057900"/>
            <a:ext cx="1053465" cy="69151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6036310"/>
            <a:ext cx="2750820" cy="70675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7200900"/>
            <a:ext cx="1304290" cy="85217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1200" y="7005955"/>
            <a:ext cx="6069965" cy="124777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8649970"/>
            <a:ext cx="1232535" cy="78930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7710" y="8448675"/>
            <a:ext cx="5995670" cy="12738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5620"/>
            <a:ext cx="1525905" cy="8877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414655"/>
            <a:ext cx="3094355" cy="1273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943100"/>
            <a:ext cx="3740150" cy="11118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095500"/>
            <a:ext cx="1412875" cy="6330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96085"/>
            <a:ext cx="5436870" cy="16236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20" y="3594735"/>
            <a:ext cx="6407150" cy="108521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788535"/>
            <a:ext cx="9853930" cy="13138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6210300"/>
            <a:ext cx="6409690" cy="582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533193" y="596307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95300"/>
            <a:ext cx="2926080" cy="683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57300"/>
            <a:ext cx="11072495" cy="9950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476500"/>
            <a:ext cx="7121525" cy="6591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238500"/>
            <a:ext cx="1671320" cy="5753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000500"/>
            <a:ext cx="1192530" cy="6400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3818255"/>
            <a:ext cx="6422390" cy="10617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3924300"/>
            <a:ext cx="1247140" cy="8312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5185" y="3890010"/>
            <a:ext cx="5907405" cy="98996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295900"/>
            <a:ext cx="3514725" cy="11010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6812915"/>
            <a:ext cx="1570990" cy="77089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62200" y="6667500"/>
            <a:ext cx="8738870" cy="106489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0050" y="7879080"/>
            <a:ext cx="8843010" cy="1758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1500"/>
            <a:ext cx="7877175" cy="1076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47900"/>
            <a:ext cx="1620520" cy="5784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1943100"/>
            <a:ext cx="10686415" cy="13900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65" y="3498215"/>
            <a:ext cx="15998190" cy="62490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9100"/>
            <a:ext cx="7034530" cy="7467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33500"/>
            <a:ext cx="3274060" cy="8185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20" y="2152015"/>
            <a:ext cx="8950325" cy="13131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619500"/>
            <a:ext cx="1573530" cy="4902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264025"/>
            <a:ext cx="6365240" cy="8280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25" y="5295900"/>
            <a:ext cx="7126605" cy="11544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725" y="7200900"/>
            <a:ext cx="1440815" cy="7207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1745" y="6743700"/>
            <a:ext cx="829437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1500"/>
            <a:ext cx="7183120" cy="1152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19300"/>
            <a:ext cx="6965315" cy="1517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36950"/>
            <a:ext cx="5434330" cy="6997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33900"/>
            <a:ext cx="3124835" cy="673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35" y="5067300"/>
            <a:ext cx="6537960" cy="10566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5208905"/>
            <a:ext cx="2334895" cy="92900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286500"/>
            <a:ext cx="1635125" cy="6102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7124700"/>
            <a:ext cx="2525395" cy="59626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3595" y="7171055"/>
            <a:ext cx="1530350" cy="62293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6989445"/>
            <a:ext cx="7030720" cy="100457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8343900"/>
            <a:ext cx="5277485" cy="802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5300"/>
            <a:ext cx="2243455" cy="9436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714500"/>
            <a:ext cx="6222365" cy="12490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238500"/>
            <a:ext cx="9174480" cy="13258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30" y="4711065"/>
            <a:ext cx="6367780" cy="7416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930" y="5676900"/>
            <a:ext cx="2880360" cy="787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6471285"/>
            <a:ext cx="8596630" cy="10414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7734300"/>
            <a:ext cx="1437640" cy="7429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8343900"/>
            <a:ext cx="3065780" cy="112903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0" y="8496300"/>
            <a:ext cx="1737995" cy="9232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200" y="8205470"/>
            <a:ext cx="6308725" cy="166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71500"/>
            <a:ext cx="3837305" cy="1191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55825"/>
            <a:ext cx="1664970" cy="6870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866900"/>
            <a:ext cx="5629910" cy="12642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67100"/>
            <a:ext cx="7753985" cy="9074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533900"/>
            <a:ext cx="8626475" cy="15271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6210300"/>
            <a:ext cx="8272145" cy="12363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7463790"/>
            <a:ext cx="8571230" cy="12122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0" y="3086100"/>
            <a:ext cx="8533130" cy="172275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0" y="5143500"/>
            <a:ext cx="6328410" cy="7594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1500"/>
            <a:ext cx="3088005" cy="866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81100"/>
            <a:ext cx="9634855" cy="147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628900"/>
            <a:ext cx="1476375" cy="7645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" y="3390900"/>
            <a:ext cx="2201545" cy="6045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00500"/>
            <a:ext cx="2653030" cy="8591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991100"/>
            <a:ext cx="3685540" cy="8305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0" y="4838700"/>
            <a:ext cx="5877560" cy="109537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905500"/>
            <a:ext cx="3958590" cy="8985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6964045"/>
            <a:ext cx="1506855" cy="78041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2200" y="6622415"/>
            <a:ext cx="696595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15290"/>
            <a:ext cx="2874645" cy="9499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65250"/>
            <a:ext cx="8060690" cy="1350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33700"/>
            <a:ext cx="11931650" cy="36360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743700"/>
            <a:ext cx="3022600" cy="8737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7810500"/>
            <a:ext cx="6888480" cy="1305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647700"/>
            <a:ext cx="13003530" cy="61461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972300"/>
            <a:ext cx="5214620" cy="18713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7700"/>
            <a:ext cx="14874875" cy="54724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667500"/>
            <a:ext cx="5506720" cy="17710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7700"/>
            <a:ext cx="16863060" cy="44335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72100"/>
            <a:ext cx="4148455" cy="12642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591300"/>
            <a:ext cx="15299055" cy="27457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</p:sp>
      <p:grpSp>
        <p:nvGrpSpPr>
          <p:cNvPr id="3" name="Group 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  <a:solidFill>
            <a:schemeClr val="bg1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71500"/>
            <a:ext cx="16899255" cy="2475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TT Chocolates</vt:lpstr>
      <vt:lpstr>Roca Two Heavy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Grey Modern Geometric Simple Minimalist Pitch Deck Presentation</dc:title>
  <dc:creator/>
  <cp:lastModifiedBy>SHARMILA S IT</cp:lastModifiedBy>
  <cp:revision>2</cp:revision>
  <dcterms:created xsi:type="dcterms:W3CDTF">2006-08-16T00:00:00Z</dcterms:created>
  <dcterms:modified xsi:type="dcterms:W3CDTF">2026-06-26T17:02:36Z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CD11CB371EE64F50A9435B12CCB765E1_13</vt:lpwstr>
  </property>
</Properties>
</file>