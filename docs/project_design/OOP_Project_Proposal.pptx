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67" r:id="rId4"/>
    <p:sldId id="259" r:id="rId5"/>
    <p:sldId id="266" r:id="rId6"/>
    <p:sldId id="268" r:id="rId7"/>
    <p:sldId id="269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2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76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05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3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12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025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766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16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14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054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68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3FCBB-0D24-4BFA-9829-5042DB4F6A7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66B084C-1D9F-45C8-9A40-11097AD011E6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23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82;p1"/>
          <p:cNvSpPr txBox="1"/>
          <p:nvPr/>
        </p:nvSpPr>
        <p:spPr>
          <a:xfrm>
            <a:off x="990600" y="685800"/>
            <a:ext cx="1013460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IN" sz="2800" b="1" i="0" u="none" strike="noStrike" cap="none" spc="3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/>
                <a:sym typeface="Times New Roman" panose="02020603050405020304"/>
              </a:rPr>
              <a:t>            </a:t>
            </a:r>
            <a:r>
              <a:rPr lang="en-IN" sz="2400" b="1" spc="300" dirty="0">
                <a:latin typeface="Cambria" panose="02040503050406030204" pitchFamily="18" charset="0"/>
                <a:ea typeface="Cambria" panose="02040503050406030204" pitchFamily="18" charset="0"/>
                <a:cs typeface="+mj-cs"/>
                <a:sym typeface="Quicksand"/>
              </a:rPr>
              <a:t>NATIONAL ENGINEERING COLLEGE,KOVILPATTI</a:t>
            </a:r>
            <a:endParaRPr sz="2800" b="1" spc="300" dirty="0">
              <a:latin typeface="Cambria" panose="02040503050406030204" pitchFamily="18" charset="0"/>
              <a:ea typeface="Cambria" panose="02040503050406030204" pitchFamily="18" charset="0"/>
              <a:cs typeface="+mj-cs"/>
              <a:sym typeface="Arial" panose="020B060402020202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IN" sz="2000" spc="300" dirty="0">
                <a:latin typeface="Cambria" panose="02040503050406030204" pitchFamily="18" charset="0"/>
                <a:ea typeface="Cambria" panose="02040503050406030204" pitchFamily="18" charset="0"/>
                <a:cs typeface="+mj-cs"/>
                <a:sym typeface="Quicksand"/>
              </a:rPr>
              <a:t>                </a:t>
            </a:r>
            <a:r>
              <a:rPr lang="en-IN" spc="300" dirty="0">
                <a:latin typeface="Cambria" panose="02040503050406030204" pitchFamily="18" charset="0"/>
                <a:ea typeface="Cambria" panose="02040503050406030204" pitchFamily="18" charset="0"/>
                <a:cs typeface="+mj-cs"/>
                <a:sym typeface="Quicksand"/>
              </a:rPr>
              <a:t>23CS24C-OBJECT ORIENTED PROGRAMMING USING C++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US" sz="2000" b="1" spc="300" dirty="0">
                <a:latin typeface="Cambria" panose="02040503050406030204" pitchFamily="18" charset="0"/>
                <a:ea typeface="Cambria" panose="02040503050406030204" pitchFamily="18" charset="0"/>
              </a:rPr>
              <a:t>Experiential Learning-ESE  </a:t>
            </a:r>
            <a:br>
              <a:rPr lang="en-US" sz="2000" spc="3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7200" spc="300" dirty="0">
                <a:latin typeface="Cambria" panose="02040503050406030204" pitchFamily="18" charset="0"/>
                <a:ea typeface="Cambria" panose="02040503050406030204" pitchFamily="18" charset="0"/>
              </a:rPr>
              <a:t>Title </a:t>
            </a:r>
            <a:endParaRPr sz="2000" spc="300" dirty="0">
              <a:latin typeface="Cambria" panose="02040503050406030204" pitchFamily="18" charset="0"/>
              <a:ea typeface="Cambria" panose="02040503050406030204" pitchFamily="18" charset="0"/>
              <a:cs typeface="+mj-cs"/>
              <a:sym typeface="Quicksand"/>
            </a:endParaRPr>
          </a:p>
        </p:txBody>
      </p:sp>
      <p:pic>
        <p:nvPicPr>
          <p:cNvPr id="9" name="Google Shape;184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19200" y="914400"/>
            <a:ext cx="938170" cy="96426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9;p1"/>
          <p:cNvSpPr txBox="1"/>
          <p:nvPr/>
        </p:nvSpPr>
        <p:spPr>
          <a:xfrm>
            <a:off x="8534400" y="4235736"/>
            <a:ext cx="3949200" cy="1450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SzPts val="1400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sym typeface="Quicksand"/>
              </a:rPr>
              <a:t>TEAM MEMBERS: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ts val="1400"/>
            </a:pPr>
            <a:r>
              <a:rPr lang="en-IN" sz="1600" dirty="0"/>
              <a:t>2XXXXX-NAME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1400"/>
            </a:pPr>
            <a:r>
              <a:rPr lang="en-IN" sz="1600" dirty="0"/>
              <a:t>2XXXXX-NAME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1400"/>
            </a:pPr>
            <a:r>
              <a:rPr lang="en-IN" sz="1600" dirty="0"/>
              <a:t>2XXXXX-NAME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buSzPts val="1400"/>
            </a:pPr>
            <a:endParaRPr lang="en-IN" sz="1600" dirty="0"/>
          </a:p>
        </p:txBody>
      </p:sp>
      <p:sp>
        <p:nvSpPr>
          <p:cNvPr id="11" name="Google Shape;183;p1"/>
          <p:cNvSpPr txBox="1"/>
          <p:nvPr/>
        </p:nvSpPr>
        <p:spPr>
          <a:xfrm>
            <a:off x="990600" y="4371171"/>
            <a:ext cx="253986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sym typeface="Quicksand"/>
              </a:rPr>
              <a:t>STAFF INCHARGE :</a:t>
            </a:r>
            <a:endParaRPr sz="1200" b="1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IN" sz="1400" b="1" i="0" u="none" strike="noStrike" cap="none" dirty="0">
                <a:solidFill>
                  <a:srgbClr val="444447"/>
                </a:solidFill>
                <a:latin typeface="Cambria" panose="02040503050406030204" pitchFamily="18" charset="0"/>
                <a:ea typeface="Cambria" panose="02040503050406030204" pitchFamily="18" charset="0"/>
                <a:cs typeface="Quicksand"/>
                <a:sym typeface="Quicksand"/>
              </a:rPr>
              <a:t> </a:t>
            </a:r>
            <a:endParaRPr sz="1400" b="1" i="0" u="none" strike="noStrike" cap="none" dirty="0">
              <a:solidFill>
                <a:srgbClr val="444447"/>
              </a:solidFill>
              <a:latin typeface="Cambria" panose="02040503050406030204" pitchFamily="18" charset="0"/>
              <a:ea typeface="Cambria" panose="02040503050406030204" pitchFamily="18" charset="0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19BA-5A3B-CA4B-6E6F-115E20E67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2000" b="1" dirty="0"/>
              <a:t>PROBLEM STATEMENT &amp; OBJECTIVE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C8D15-D8D3-7861-704C-73C26E9E6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07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CFA9E-9189-BC5D-E5D6-740E5E3E0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b="1" dirty="0"/>
              <a:t>PROBLEM IDENTIFICATION AND ANALYSIS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FEE3E-592B-85D8-078E-A0E95985F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9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39BE-251A-36AE-7D64-378C391C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b="1" dirty="0"/>
              <a:t>USECASE DIAGRAM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3116-40B3-9075-E3C3-04553339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4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EAEA2-70BE-BFA3-50E2-9063C0CE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06B7-566E-47E2-1F0C-E992EA2C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b="1" dirty="0"/>
              <a:t>CLASS DIAGRAM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47339-1674-7F60-9F51-9C54F7899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66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9C950-52F4-996E-7CAE-BB06A69B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IN" sz="2000" b="1" dirty="0"/>
              <a:t>OBJECT ORIENTED CONCEPT IDEATION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F7C54-9C99-5BEE-D347-65DD8A91A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825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B299-901F-8E08-7A52-FFBF510F2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IN" sz="2000" b="1" dirty="0"/>
              <a:t>IMPLEMENTATION(CONCEPT WISE)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0B842-75DA-861E-2E8A-75BE51FA0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623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03F4B-73FF-5787-E6F4-5DB955F9C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IN" sz="2000" b="1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6B759-7BC5-7B8C-5EA6-EF8460260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5291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49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</vt:lpstr>
      <vt:lpstr>Palatino Linotype</vt:lpstr>
      <vt:lpstr>Gallery</vt:lpstr>
      <vt:lpstr>PowerPoint Presentation</vt:lpstr>
      <vt:lpstr>PROBLEM STATEMENT &amp; OBJECTIVE</vt:lpstr>
      <vt:lpstr>PROBLEM IDENTIFICATION AND ANALYSIS</vt:lpstr>
      <vt:lpstr>USECASE DIAGRAM</vt:lpstr>
      <vt:lpstr>CLASS DIAGRAM</vt:lpstr>
      <vt:lpstr>OBJECT ORIENTED CONCEPT IDEATION</vt:lpstr>
      <vt:lpstr>IMPLEMENTATION(CONCEPT WISE)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santhiya raj</dc:creator>
  <cp:lastModifiedBy>santhiya raj</cp:lastModifiedBy>
  <cp:revision>2</cp:revision>
  <dcterms:created xsi:type="dcterms:W3CDTF">2025-03-05T11:04:16Z</dcterms:created>
  <dcterms:modified xsi:type="dcterms:W3CDTF">2025-03-05T11:15:32Z</dcterms:modified>
</cp:coreProperties>
</file>