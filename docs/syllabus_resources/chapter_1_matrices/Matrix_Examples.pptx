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6E2F6-EBBB-95FB-E11E-33B9F3CF7C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E0F0BB-21DA-64A9-6AEB-18B9BB4E9F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01D7C-CD4E-FB71-9A97-F5C4C74DB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94F2-64A3-48E6-993E-C09FCA069F1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42559-3A61-0833-4451-9C56DE290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74269-8BE5-4045-E160-83C1786D3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8B587-A1E0-4408-91CF-6E32AFBC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441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2ADB8-DAB7-1E7C-D44A-A2328F10B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D13AB-9E7F-EC26-5232-D06E1B1C5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79383-CD73-2B6F-0E24-B7A9F78B8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94F2-64A3-48E6-993E-C09FCA069F1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C2AF7-BB79-33EB-0906-5AABB5F5E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A4928-E4A7-D47D-7A71-36FDF70FB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8B587-A1E0-4408-91CF-6E32AFBC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644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51DB8-AFD6-44E3-460D-907A40906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43105-62D9-3042-8376-F7997D936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18FBB-4386-5BAD-AA93-6F93A9205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94F2-64A3-48E6-993E-C09FCA069F1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7520A-E798-06BC-CCA4-53AB069C9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65B63-64C9-581C-86CA-15F2AAE7F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8B587-A1E0-4408-91CF-6E32AFBC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710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A4964-47F1-39A1-C43A-24998A692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B2CA4-B899-715A-ECBB-BB7F0530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05217F-939E-3DFA-0551-6A4C23E58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A8A95-478A-82FA-A3AA-37DC8763E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94F2-64A3-48E6-993E-C09FCA069F1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B2CCB-C7AE-7F3F-EA95-1FF159B10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BD87A-53AD-7AAD-9E0C-36F94A36D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8B587-A1E0-4408-91CF-6E32AFBC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153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CC3CE-0488-271F-9076-144BE2668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879F9-911F-31DF-CB5C-7F4D7A2CC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4815D-A81C-ABE8-FAFE-5937162E7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8D3D08-CFC5-9BC8-D83F-0B9E0B2306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CDD770-B75A-4F9F-2454-813CEA643C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F5635D-DF22-CCBF-BE3F-71BE81723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94F2-64A3-48E6-993E-C09FCA069F1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39256A-9239-F5A8-10BD-378224A64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A49890-5D9D-C67E-1AE7-DF8EBAF7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8B587-A1E0-4408-91CF-6E32AFBC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466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B2239-E20B-7047-86EC-B7A2FFCF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AF7DD-CAA3-E35C-4AAE-A177AC594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94F2-64A3-48E6-993E-C09FCA069F1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669A35-BD1E-F60A-62F7-E02318E05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00D87A-037C-5CB8-1411-56FAE9BF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8B587-A1E0-4408-91CF-6E32AFBC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284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484646-44FB-51A9-1A61-A52DC065F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94F2-64A3-48E6-993E-C09FCA069F1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02610B-DB94-CC24-D912-03903436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3E267-B1EE-38D1-651D-F63FF790B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8B587-A1E0-4408-91CF-6E32AFBC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017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DCE95-7D4F-9998-6B5B-482F427D4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4008F-7F18-BCDB-3DB1-03C0C81EA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0FEF9-F5A2-75C0-7561-EECA562E3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85148-6FB6-1698-0EDA-3A12AD723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94F2-64A3-48E6-993E-C09FCA069F1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E4F29A-E02E-8344-9D66-CB42675A1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52EC6-BA89-C0D9-C046-ABD243C3C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8B587-A1E0-4408-91CF-6E32AFBC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059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2EA00-52AE-3086-017E-BD6BC4D73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04B32-163F-C81A-50E2-8DDF0B0D3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617BD-CED3-6CFE-954F-7B0ACC9A4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F9F75-F607-B07C-C7E0-374C80F0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94F2-64A3-48E6-993E-C09FCA069F1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9240C-6F75-8D9A-1C53-30ADFD69C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2D8BB-30BC-B029-38C6-5B04E32DC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8B587-A1E0-4408-91CF-6E32AFBC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90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922B3-4633-70DB-4CFE-779239EBB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95605-D886-6BD0-A783-A85B0961F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E3878-83C8-33C1-CCAC-C85C1191B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94F2-64A3-48E6-993E-C09FCA069F1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4F3B7-6B35-FA63-12C7-26CDC9147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81DED-62F6-4D2E-E707-04D0AD686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8B587-A1E0-4408-91CF-6E32AFBC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925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9DCE57-A374-9E2D-57E3-5FB25A1115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97D332-A4FE-931F-9BD1-ABFAFCC2C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CA3D0-1EF1-1EB1-07A4-C85BD317A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94F2-64A3-48E6-993E-C09FCA069F1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8CD1E-BC47-F764-E1DB-01D28FB1C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25F57-FEDD-F761-F8EF-0C1C1CCD3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8B587-A1E0-4408-91CF-6E32AFBC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392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A40AB9-8A6C-CF76-454C-8AC3119DF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BA97A-322E-E5CA-C681-CF43D4AF1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96809-8189-38F8-2E50-74F8CE2E76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D94F2-64A3-48E6-993E-C09FCA069F1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44BCB-CBF0-E3FA-523D-CE28A8361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198C2-DC97-2E3C-8870-A1441873B8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8B587-A1E0-4408-91CF-6E32AFBC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963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E6E4F-3B81-CA13-7F0B-6A5FE9BFA5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3FFBA-0630-942A-99BE-1DE61200DB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7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05380-38B5-F3E7-F651-2700C5080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296"/>
            <a:ext cx="12192000" cy="700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838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E30580-CAA6-E92E-13A7-E0BCA1FF2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345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2AD7B0-0A2C-59BD-648D-2D0D8C82C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04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909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4460E3-9C97-A7AC-693D-33950C8E9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194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58FCDE-2B83-3040-1A95-A5C4E4849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834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12CD38-3AFF-B53F-69D4-928D7C78E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880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10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56C628-3EBF-BDDB-D0AD-D062D7C5F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475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10F456-170F-AED2-F6D9-6DE595223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63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025B5E-2E80-AD53-BA75-B0B4E2803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62664"/>
            <a:ext cx="12192000" cy="692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721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0DB56B-E7A9-C6F7-127E-0DB15D722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450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E2C6D7-4371-1D79-93B0-51DCCD592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444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FB4AA9-5DC1-D94A-683B-94B9273C0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495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D0330E-EA46-0062-0776-0272BE642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34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Roselin Jenifer</dc:creator>
  <cp:lastModifiedBy>Roselin Jenifer</cp:lastModifiedBy>
  <cp:revision>1</cp:revision>
  <dcterms:created xsi:type="dcterms:W3CDTF">2026-04-25T18:26:48Z</dcterms:created>
  <dcterms:modified xsi:type="dcterms:W3CDTF">2026-04-25T18:26:48Z</dcterms:modified>
</cp:coreProperties>
</file>